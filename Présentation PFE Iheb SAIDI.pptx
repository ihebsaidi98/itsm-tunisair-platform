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1004951"/>
            <a:ext cx="4242435" cy="802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20293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F86E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20293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F86E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20293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F86E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20293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F86E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800109" y="8595007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3739251" y="9217657"/>
            <a:ext cx="149225" cy="1069340"/>
          </a:xfrm>
          <a:custGeom>
            <a:avLst/>
            <a:gdLst/>
            <a:ahLst/>
            <a:cxnLst/>
            <a:rect l="l" t="t" r="r" b="b"/>
            <a:pathLst>
              <a:path w="149225" h="1069340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1241" y="139699"/>
                </a:lnTo>
                <a:lnTo>
                  <a:pt x="2808" y="185544"/>
                </a:lnTo>
                <a:lnTo>
                  <a:pt x="5023" y="233548"/>
                </a:lnTo>
                <a:lnTo>
                  <a:pt x="7862" y="281386"/>
                </a:lnTo>
                <a:lnTo>
                  <a:pt x="11219" y="329064"/>
                </a:lnTo>
                <a:lnTo>
                  <a:pt x="11319" y="330200"/>
                </a:lnTo>
                <a:lnTo>
                  <a:pt x="15397" y="376550"/>
                </a:lnTo>
                <a:lnTo>
                  <a:pt x="20085" y="423868"/>
                </a:lnTo>
                <a:lnTo>
                  <a:pt x="25380" y="471005"/>
                </a:lnTo>
                <a:lnTo>
                  <a:pt x="31280" y="517956"/>
                </a:lnTo>
                <a:lnTo>
                  <a:pt x="37780" y="564718"/>
                </a:lnTo>
                <a:lnTo>
                  <a:pt x="44876" y="611287"/>
                </a:lnTo>
                <a:lnTo>
                  <a:pt x="52564" y="657658"/>
                </a:lnTo>
                <a:lnTo>
                  <a:pt x="60840" y="703828"/>
                </a:lnTo>
                <a:lnTo>
                  <a:pt x="69700" y="749793"/>
                </a:lnTo>
                <a:lnTo>
                  <a:pt x="79141" y="795548"/>
                </a:lnTo>
                <a:lnTo>
                  <a:pt x="89157" y="841091"/>
                </a:lnTo>
                <a:lnTo>
                  <a:pt x="99746" y="886415"/>
                </a:lnTo>
                <a:lnTo>
                  <a:pt x="110903" y="931519"/>
                </a:lnTo>
                <a:lnTo>
                  <a:pt x="122625" y="976397"/>
                </a:lnTo>
                <a:lnTo>
                  <a:pt x="134906" y="1021046"/>
                </a:lnTo>
                <a:lnTo>
                  <a:pt x="147744" y="1065462"/>
                </a:lnTo>
                <a:lnTo>
                  <a:pt x="148920" y="106934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489036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856737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378992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2018803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29575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12884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3490035"/>
            <a:ext cx="1296035" cy="594360"/>
          </a:xfrm>
          <a:custGeom>
            <a:avLst/>
            <a:gdLst/>
            <a:ahLst/>
            <a:cxnLst/>
            <a:rect l="l" t="t" r="r" b="b"/>
            <a:pathLst>
              <a:path w="1296035" h="594360">
                <a:moveTo>
                  <a:pt x="0" y="0"/>
                </a:moveTo>
                <a:lnTo>
                  <a:pt x="44641" y="36348"/>
                </a:lnTo>
                <a:lnTo>
                  <a:pt x="80067" y="64043"/>
                </a:lnTo>
                <a:lnTo>
                  <a:pt x="115955" y="91167"/>
                </a:lnTo>
                <a:lnTo>
                  <a:pt x="152297" y="117715"/>
                </a:lnTo>
                <a:lnTo>
                  <a:pt x="189086" y="143680"/>
                </a:lnTo>
                <a:lnTo>
                  <a:pt x="226315" y="169054"/>
                </a:lnTo>
                <a:lnTo>
                  <a:pt x="263979" y="193831"/>
                </a:lnTo>
                <a:lnTo>
                  <a:pt x="302069" y="218004"/>
                </a:lnTo>
                <a:lnTo>
                  <a:pt x="340579" y="241565"/>
                </a:lnTo>
                <a:lnTo>
                  <a:pt x="379502" y="264510"/>
                </a:lnTo>
                <a:lnTo>
                  <a:pt x="418832" y="286830"/>
                </a:lnTo>
                <a:lnTo>
                  <a:pt x="458561" y="308518"/>
                </a:lnTo>
                <a:lnTo>
                  <a:pt x="498684" y="329568"/>
                </a:lnTo>
                <a:lnTo>
                  <a:pt x="539192" y="349974"/>
                </a:lnTo>
                <a:lnTo>
                  <a:pt x="580079" y="369728"/>
                </a:lnTo>
                <a:lnTo>
                  <a:pt x="621339" y="388823"/>
                </a:lnTo>
                <a:lnTo>
                  <a:pt x="662965" y="407252"/>
                </a:lnTo>
                <a:lnTo>
                  <a:pt x="704949" y="425010"/>
                </a:lnTo>
                <a:lnTo>
                  <a:pt x="747285" y="442089"/>
                </a:lnTo>
                <a:lnTo>
                  <a:pt x="789966" y="458481"/>
                </a:lnTo>
                <a:lnTo>
                  <a:pt x="832985" y="474182"/>
                </a:lnTo>
                <a:lnTo>
                  <a:pt x="876336" y="489182"/>
                </a:lnTo>
                <a:lnTo>
                  <a:pt x="920011" y="503477"/>
                </a:lnTo>
                <a:lnTo>
                  <a:pt x="963978" y="517153"/>
                </a:lnTo>
              </a:path>
              <a:path w="1296035" h="594360">
                <a:moveTo>
                  <a:pt x="1019181" y="532877"/>
                </a:moveTo>
                <a:lnTo>
                  <a:pt x="1097824" y="553456"/>
                </a:lnTo>
                <a:lnTo>
                  <a:pt x="1143020" y="564117"/>
                </a:lnTo>
                <a:lnTo>
                  <a:pt x="1188501" y="574031"/>
                </a:lnTo>
                <a:lnTo>
                  <a:pt x="1234258" y="583191"/>
                </a:lnTo>
                <a:lnTo>
                  <a:pt x="1280286" y="591590"/>
                </a:lnTo>
                <a:lnTo>
                  <a:pt x="1295757" y="594141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2212082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39"/>
                </a:lnTo>
                <a:lnTo>
                  <a:pt x="276587" y="2546759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6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0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488026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F86E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004601"/>
            <a:ext cx="16256000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20293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22507" y="3757121"/>
            <a:ext cx="7607934" cy="345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6766706" y="8954862"/>
            <a:ext cx="781684" cy="619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4F86EC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37950" y="9006566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85" y="0"/>
                </a:moveTo>
                <a:lnTo>
                  <a:pt x="0" y="312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599211" y="9982976"/>
            <a:ext cx="8890" cy="304165"/>
          </a:xfrm>
          <a:custGeom>
            <a:avLst/>
            <a:gdLst/>
            <a:ahLst/>
            <a:cxnLst/>
            <a:rect l="l" t="t" r="r" b="b"/>
            <a:pathLst>
              <a:path w="8890" h="304165">
                <a:moveTo>
                  <a:pt x="313" y="0"/>
                </a:moveTo>
                <a:lnTo>
                  <a:pt x="300" y="1797"/>
                </a:lnTo>
                <a:lnTo>
                  <a:pt x="0" y="48331"/>
                </a:lnTo>
                <a:lnTo>
                  <a:pt x="23" y="52597"/>
                </a:lnTo>
                <a:lnTo>
                  <a:pt x="238" y="96663"/>
                </a:lnTo>
                <a:lnTo>
                  <a:pt x="1165" y="144851"/>
                </a:lnTo>
                <a:lnTo>
                  <a:pt x="2652" y="192892"/>
                </a:lnTo>
                <a:lnTo>
                  <a:pt x="4601" y="240790"/>
                </a:lnTo>
                <a:lnTo>
                  <a:pt x="7387" y="288521"/>
                </a:lnTo>
                <a:lnTo>
                  <a:pt x="8443" y="304023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44644" y="9982975"/>
            <a:ext cx="8890" cy="304165"/>
          </a:xfrm>
          <a:custGeom>
            <a:avLst/>
            <a:gdLst/>
            <a:ahLst/>
            <a:cxnLst/>
            <a:rect l="l" t="t" r="r" b="b"/>
            <a:pathLst>
              <a:path w="8890" h="304165">
                <a:moveTo>
                  <a:pt x="0" y="304023"/>
                </a:moveTo>
                <a:lnTo>
                  <a:pt x="3842" y="240791"/>
                </a:lnTo>
                <a:lnTo>
                  <a:pt x="5791" y="192893"/>
                </a:lnTo>
                <a:lnTo>
                  <a:pt x="7277" y="144851"/>
                </a:lnTo>
                <a:lnTo>
                  <a:pt x="8047" y="103395"/>
                </a:lnTo>
                <a:lnTo>
                  <a:pt x="8438" y="52597"/>
                </a:lnTo>
                <a:lnTo>
                  <a:pt x="8416" y="48331"/>
                </a:lnTo>
                <a:lnTo>
                  <a:pt x="8181" y="1797"/>
                </a:lnTo>
                <a:lnTo>
                  <a:pt x="8138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114347" y="9006538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104" y="312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1637362"/>
            <a:ext cx="5624830" cy="3875404"/>
          </a:xfrm>
          <a:custGeom>
            <a:avLst/>
            <a:gdLst/>
            <a:ahLst/>
            <a:cxnLst/>
            <a:rect l="l" t="t" r="r" b="b"/>
            <a:pathLst>
              <a:path w="5624830" h="3875404">
                <a:moveTo>
                  <a:pt x="1484761" y="3862597"/>
                </a:moveTo>
                <a:lnTo>
                  <a:pt x="1557698" y="3867881"/>
                </a:lnTo>
                <a:lnTo>
                  <a:pt x="1605435" y="3870542"/>
                </a:lnTo>
                <a:lnTo>
                  <a:pt x="1653326" y="3872617"/>
                </a:lnTo>
                <a:lnTo>
                  <a:pt x="1701368" y="3874103"/>
                </a:lnTo>
                <a:lnTo>
                  <a:pt x="1749556" y="3874998"/>
                </a:lnTo>
                <a:lnTo>
                  <a:pt x="1797888" y="3875297"/>
                </a:lnTo>
                <a:lnTo>
                  <a:pt x="1846220" y="3874998"/>
                </a:lnTo>
                <a:lnTo>
                  <a:pt x="1894409" y="3874103"/>
                </a:lnTo>
                <a:lnTo>
                  <a:pt x="1942450" y="3872617"/>
                </a:lnTo>
                <a:lnTo>
                  <a:pt x="1990341" y="3870542"/>
                </a:lnTo>
                <a:lnTo>
                  <a:pt x="2038079" y="3867881"/>
                </a:lnTo>
                <a:lnTo>
                  <a:pt x="2085658" y="3864640"/>
                </a:lnTo>
                <a:lnTo>
                  <a:pt x="2111016" y="3862597"/>
                </a:lnTo>
              </a:path>
              <a:path w="5624830" h="3875404">
                <a:moveTo>
                  <a:pt x="1355100" y="3849897"/>
                </a:moveTo>
                <a:lnTo>
                  <a:pt x="1368358" y="3851461"/>
                </a:lnTo>
                <a:lnTo>
                  <a:pt x="1415445" y="3856426"/>
                </a:lnTo>
                <a:lnTo>
                  <a:pt x="1462699" y="3860820"/>
                </a:lnTo>
                <a:lnTo>
                  <a:pt x="1484761" y="3862597"/>
                </a:lnTo>
              </a:path>
              <a:path w="5624830" h="3875404">
                <a:moveTo>
                  <a:pt x="2111016" y="3862597"/>
                </a:moveTo>
                <a:lnTo>
                  <a:pt x="2133077" y="3860820"/>
                </a:lnTo>
                <a:lnTo>
                  <a:pt x="2180332" y="3856426"/>
                </a:lnTo>
                <a:lnTo>
                  <a:pt x="2227418" y="3851461"/>
                </a:lnTo>
                <a:lnTo>
                  <a:pt x="2240676" y="3849897"/>
                </a:lnTo>
              </a:path>
              <a:path w="5624830" h="3875404">
                <a:moveTo>
                  <a:pt x="1256280" y="3837197"/>
                </a:moveTo>
                <a:lnTo>
                  <a:pt x="1274703" y="3839831"/>
                </a:lnTo>
                <a:lnTo>
                  <a:pt x="1321443" y="3845928"/>
                </a:lnTo>
                <a:lnTo>
                  <a:pt x="1355100" y="3849897"/>
                </a:lnTo>
              </a:path>
              <a:path w="5624830" h="3875404">
                <a:moveTo>
                  <a:pt x="2240676" y="3849897"/>
                </a:moveTo>
                <a:lnTo>
                  <a:pt x="2274333" y="3845928"/>
                </a:lnTo>
                <a:lnTo>
                  <a:pt x="2321073" y="3839831"/>
                </a:lnTo>
                <a:lnTo>
                  <a:pt x="2339496" y="3837197"/>
                </a:lnTo>
              </a:path>
              <a:path w="5624830" h="3875404">
                <a:moveTo>
                  <a:pt x="1100197" y="3811797"/>
                </a:moveTo>
                <a:lnTo>
                  <a:pt x="1135568" y="3818192"/>
                </a:lnTo>
                <a:lnTo>
                  <a:pt x="1181762" y="3825960"/>
                </a:lnTo>
                <a:lnTo>
                  <a:pt x="1228142" y="3833174"/>
                </a:lnTo>
                <a:lnTo>
                  <a:pt x="1256280" y="3837197"/>
                </a:lnTo>
              </a:path>
              <a:path w="5624830" h="3875404">
                <a:moveTo>
                  <a:pt x="2339496" y="3837197"/>
                </a:moveTo>
                <a:lnTo>
                  <a:pt x="2367634" y="3833174"/>
                </a:lnTo>
                <a:lnTo>
                  <a:pt x="2414014" y="3825960"/>
                </a:lnTo>
                <a:lnTo>
                  <a:pt x="2460208" y="3818192"/>
                </a:lnTo>
                <a:lnTo>
                  <a:pt x="2495579" y="3811797"/>
                </a:lnTo>
              </a:path>
              <a:path w="5624830" h="3875404">
                <a:moveTo>
                  <a:pt x="865919" y="3760997"/>
                </a:moveTo>
                <a:lnTo>
                  <a:pt x="907503" y="3771174"/>
                </a:lnTo>
                <a:lnTo>
                  <a:pt x="952717" y="3781657"/>
                </a:lnTo>
                <a:lnTo>
                  <a:pt x="998134" y="3791603"/>
                </a:lnTo>
                <a:lnTo>
                  <a:pt x="1043750" y="3801010"/>
                </a:lnTo>
                <a:lnTo>
                  <a:pt x="1089563" y="3809875"/>
                </a:lnTo>
                <a:lnTo>
                  <a:pt x="1100197" y="3811797"/>
                </a:lnTo>
              </a:path>
              <a:path w="5624830" h="3875404">
                <a:moveTo>
                  <a:pt x="2495579" y="3811797"/>
                </a:moveTo>
                <a:lnTo>
                  <a:pt x="2552026" y="3801010"/>
                </a:lnTo>
                <a:lnTo>
                  <a:pt x="2597642" y="3791603"/>
                </a:lnTo>
                <a:lnTo>
                  <a:pt x="2643060" y="3781657"/>
                </a:lnTo>
                <a:lnTo>
                  <a:pt x="2688274" y="3771174"/>
                </a:lnTo>
                <a:lnTo>
                  <a:pt x="2729857" y="3760997"/>
                </a:lnTo>
              </a:path>
              <a:path w="5624830" h="3875404">
                <a:moveTo>
                  <a:pt x="0" y="3427480"/>
                </a:moveTo>
                <a:lnTo>
                  <a:pt x="51249" y="3454368"/>
                </a:lnTo>
                <a:lnTo>
                  <a:pt x="91667" y="3474833"/>
                </a:lnTo>
                <a:lnTo>
                  <a:pt x="132358" y="3494833"/>
                </a:lnTo>
                <a:lnTo>
                  <a:pt x="173318" y="3514364"/>
                </a:lnTo>
                <a:lnTo>
                  <a:pt x="214545" y="3533422"/>
                </a:lnTo>
                <a:lnTo>
                  <a:pt x="256035" y="3552003"/>
                </a:lnTo>
                <a:lnTo>
                  <a:pt x="297783" y="3570105"/>
                </a:lnTo>
                <a:lnTo>
                  <a:pt x="339787" y="3587723"/>
                </a:lnTo>
                <a:lnTo>
                  <a:pt x="382043" y="3604854"/>
                </a:lnTo>
                <a:lnTo>
                  <a:pt x="424548" y="3621495"/>
                </a:lnTo>
                <a:lnTo>
                  <a:pt x="467298" y="3637641"/>
                </a:lnTo>
                <a:lnTo>
                  <a:pt x="510289" y="3653291"/>
                </a:lnTo>
                <a:lnTo>
                  <a:pt x="553518" y="3668439"/>
                </a:lnTo>
                <a:lnTo>
                  <a:pt x="596982" y="3683084"/>
                </a:lnTo>
                <a:lnTo>
                  <a:pt x="640677" y="3697220"/>
                </a:lnTo>
                <a:lnTo>
                  <a:pt x="684600" y="3710845"/>
                </a:lnTo>
                <a:lnTo>
                  <a:pt x="728746" y="3723954"/>
                </a:lnTo>
                <a:lnTo>
                  <a:pt x="773113" y="3736546"/>
                </a:lnTo>
                <a:lnTo>
                  <a:pt x="817697" y="3748615"/>
                </a:lnTo>
                <a:lnTo>
                  <a:pt x="862495" y="3760159"/>
                </a:lnTo>
                <a:lnTo>
                  <a:pt x="865919" y="3760997"/>
                </a:lnTo>
              </a:path>
              <a:path w="5624830" h="3875404">
                <a:moveTo>
                  <a:pt x="2729857" y="3760997"/>
                </a:moveTo>
                <a:lnTo>
                  <a:pt x="2778079" y="3748615"/>
                </a:lnTo>
                <a:lnTo>
                  <a:pt x="2822663" y="3736546"/>
                </a:lnTo>
                <a:lnTo>
                  <a:pt x="2867030" y="3723954"/>
                </a:lnTo>
                <a:lnTo>
                  <a:pt x="2911177" y="3710845"/>
                </a:lnTo>
                <a:lnTo>
                  <a:pt x="2955099" y="3697220"/>
                </a:lnTo>
                <a:lnTo>
                  <a:pt x="2998794" y="3683084"/>
                </a:lnTo>
                <a:lnTo>
                  <a:pt x="3042258" y="3668439"/>
                </a:lnTo>
                <a:lnTo>
                  <a:pt x="3085487" y="3653291"/>
                </a:lnTo>
                <a:lnTo>
                  <a:pt x="3128479" y="3637641"/>
                </a:lnTo>
                <a:lnTo>
                  <a:pt x="3171228" y="3621495"/>
                </a:lnTo>
                <a:lnTo>
                  <a:pt x="3213733" y="3604854"/>
                </a:lnTo>
                <a:lnTo>
                  <a:pt x="3255989" y="3587723"/>
                </a:lnTo>
                <a:lnTo>
                  <a:pt x="3297993" y="3570105"/>
                </a:lnTo>
                <a:lnTo>
                  <a:pt x="3339742" y="3552003"/>
                </a:lnTo>
                <a:lnTo>
                  <a:pt x="3381231" y="3533422"/>
                </a:lnTo>
                <a:lnTo>
                  <a:pt x="3422458" y="3514364"/>
                </a:lnTo>
                <a:lnTo>
                  <a:pt x="3463419" y="3494833"/>
                </a:lnTo>
                <a:lnTo>
                  <a:pt x="3504110" y="3474833"/>
                </a:lnTo>
                <a:lnTo>
                  <a:pt x="3544528" y="3454368"/>
                </a:lnTo>
                <a:lnTo>
                  <a:pt x="3584669" y="3433439"/>
                </a:lnTo>
                <a:lnTo>
                  <a:pt x="3624530" y="3412052"/>
                </a:lnTo>
                <a:lnTo>
                  <a:pt x="3664108" y="3390210"/>
                </a:lnTo>
                <a:lnTo>
                  <a:pt x="3703399" y="3367916"/>
                </a:lnTo>
                <a:lnTo>
                  <a:pt x="3742399" y="3345173"/>
                </a:lnTo>
                <a:lnTo>
                  <a:pt x="3781104" y="3321986"/>
                </a:lnTo>
                <a:lnTo>
                  <a:pt x="3819513" y="3298357"/>
                </a:lnTo>
                <a:lnTo>
                  <a:pt x="3857620" y="3274290"/>
                </a:lnTo>
                <a:lnTo>
                  <a:pt x="3895422" y="3249789"/>
                </a:lnTo>
                <a:lnTo>
                  <a:pt x="3932916" y="3224857"/>
                </a:lnTo>
                <a:lnTo>
                  <a:pt x="3970099" y="3199498"/>
                </a:lnTo>
                <a:lnTo>
                  <a:pt x="4006966" y="3173715"/>
                </a:lnTo>
                <a:lnTo>
                  <a:pt x="4043515" y="3147512"/>
                </a:lnTo>
                <a:lnTo>
                  <a:pt x="4079742" y="3120892"/>
                </a:lnTo>
                <a:lnTo>
                  <a:pt x="4115642" y="3093859"/>
                </a:lnTo>
                <a:lnTo>
                  <a:pt x="4151214" y="3066416"/>
                </a:lnTo>
                <a:lnTo>
                  <a:pt x="4186453" y="3038567"/>
                </a:lnTo>
                <a:lnTo>
                  <a:pt x="4221356" y="3010314"/>
                </a:lnTo>
                <a:lnTo>
                  <a:pt x="4255919" y="2981663"/>
                </a:lnTo>
                <a:lnTo>
                  <a:pt x="4290139" y="2952616"/>
                </a:lnTo>
                <a:lnTo>
                  <a:pt x="4324013" y="2923176"/>
                </a:lnTo>
                <a:lnTo>
                  <a:pt x="4357536" y="2893348"/>
                </a:lnTo>
                <a:lnTo>
                  <a:pt x="4390705" y="2863135"/>
                </a:lnTo>
                <a:lnTo>
                  <a:pt x="4423517" y="2832539"/>
                </a:lnTo>
                <a:lnTo>
                  <a:pt x="4455969" y="2801566"/>
                </a:lnTo>
                <a:lnTo>
                  <a:pt x="4488145" y="2770292"/>
                </a:lnTo>
                <a:lnTo>
                  <a:pt x="4519775" y="2738498"/>
                </a:lnTo>
                <a:lnTo>
                  <a:pt x="4551123" y="2706411"/>
                </a:lnTo>
                <a:lnTo>
                  <a:pt x="4582097" y="2673960"/>
                </a:lnTo>
                <a:lnTo>
                  <a:pt x="4612692" y="2641147"/>
                </a:lnTo>
                <a:lnTo>
                  <a:pt x="4642906" y="2607978"/>
                </a:lnTo>
                <a:lnTo>
                  <a:pt x="4672734" y="2574455"/>
                </a:lnTo>
                <a:lnTo>
                  <a:pt x="4702173" y="2540582"/>
                </a:lnTo>
                <a:lnTo>
                  <a:pt x="4731220" y="2506362"/>
                </a:lnTo>
                <a:lnTo>
                  <a:pt x="4759872" y="2471799"/>
                </a:lnTo>
                <a:lnTo>
                  <a:pt x="4788124" y="2436896"/>
                </a:lnTo>
                <a:lnTo>
                  <a:pt x="4815973" y="2401657"/>
                </a:lnTo>
                <a:lnTo>
                  <a:pt x="4843416" y="2366085"/>
                </a:lnTo>
                <a:lnTo>
                  <a:pt x="4870450" y="2330184"/>
                </a:lnTo>
                <a:lnTo>
                  <a:pt x="4897070" y="2293957"/>
                </a:lnTo>
                <a:lnTo>
                  <a:pt x="4923273" y="2257409"/>
                </a:lnTo>
                <a:lnTo>
                  <a:pt x="4949056" y="2220541"/>
                </a:lnTo>
                <a:lnTo>
                  <a:pt x="4974415" y="2183359"/>
                </a:lnTo>
                <a:lnTo>
                  <a:pt x="4999347" y="2145864"/>
                </a:lnTo>
                <a:lnTo>
                  <a:pt x="5023848" y="2108062"/>
                </a:lnTo>
                <a:lnTo>
                  <a:pt x="5047914" y="2069955"/>
                </a:lnTo>
                <a:lnTo>
                  <a:pt x="5071543" y="2031547"/>
                </a:lnTo>
                <a:lnTo>
                  <a:pt x="5094731" y="1992841"/>
                </a:lnTo>
                <a:lnTo>
                  <a:pt x="5117473" y="1953841"/>
                </a:lnTo>
                <a:lnTo>
                  <a:pt x="5139767" y="1914551"/>
                </a:lnTo>
                <a:lnTo>
                  <a:pt x="5161610" y="1874973"/>
                </a:lnTo>
                <a:lnTo>
                  <a:pt x="5182997" y="1835112"/>
                </a:lnTo>
                <a:lnTo>
                  <a:pt x="5203925" y="1794970"/>
                </a:lnTo>
                <a:lnTo>
                  <a:pt x="5224391" y="1754552"/>
                </a:lnTo>
                <a:lnTo>
                  <a:pt x="5244391" y="1713861"/>
                </a:lnTo>
                <a:lnTo>
                  <a:pt x="5263922" y="1672900"/>
                </a:lnTo>
                <a:lnTo>
                  <a:pt x="5282979" y="1631673"/>
                </a:lnTo>
                <a:lnTo>
                  <a:pt x="5301561" y="1590184"/>
                </a:lnTo>
                <a:lnTo>
                  <a:pt x="5319662" y="1548436"/>
                </a:lnTo>
                <a:lnTo>
                  <a:pt x="5337280" y="1506432"/>
                </a:lnTo>
                <a:lnTo>
                  <a:pt x="5354411" y="1464175"/>
                </a:lnTo>
                <a:lnTo>
                  <a:pt x="5371052" y="1421671"/>
                </a:lnTo>
                <a:lnTo>
                  <a:pt x="5387199" y="1378921"/>
                </a:lnTo>
                <a:lnTo>
                  <a:pt x="5402848" y="1335930"/>
                </a:lnTo>
                <a:lnTo>
                  <a:pt x="5417997" y="1292700"/>
                </a:lnTo>
                <a:lnTo>
                  <a:pt x="5432641" y="1249236"/>
                </a:lnTo>
                <a:lnTo>
                  <a:pt x="5446777" y="1205541"/>
                </a:lnTo>
                <a:lnTo>
                  <a:pt x="5460402" y="1161619"/>
                </a:lnTo>
                <a:lnTo>
                  <a:pt x="5473512" y="1117472"/>
                </a:lnTo>
                <a:lnTo>
                  <a:pt x="5486103" y="1073105"/>
                </a:lnTo>
                <a:lnTo>
                  <a:pt x="5498173" y="1028521"/>
                </a:lnTo>
                <a:lnTo>
                  <a:pt x="5509717" y="983724"/>
                </a:lnTo>
                <a:lnTo>
                  <a:pt x="5520732" y="938716"/>
                </a:lnTo>
                <a:lnTo>
                  <a:pt x="5531214" y="893502"/>
                </a:lnTo>
                <a:lnTo>
                  <a:pt x="5541161" y="848085"/>
                </a:lnTo>
                <a:lnTo>
                  <a:pt x="5550568" y="802468"/>
                </a:lnTo>
                <a:lnTo>
                  <a:pt x="5559432" y="756656"/>
                </a:lnTo>
                <a:lnTo>
                  <a:pt x="5567750" y="710651"/>
                </a:lnTo>
                <a:lnTo>
                  <a:pt x="5575517" y="664457"/>
                </a:lnTo>
                <a:lnTo>
                  <a:pt x="5582732" y="618077"/>
                </a:lnTo>
                <a:lnTo>
                  <a:pt x="5589389" y="571515"/>
                </a:lnTo>
                <a:lnTo>
                  <a:pt x="5595486" y="524775"/>
                </a:lnTo>
                <a:lnTo>
                  <a:pt x="5601018" y="477860"/>
                </a:lnTo>
                <a:lnTo>
                  <a:pt x="5605983" y="430774"/>
                </a:lnTo>
                <a:lnTo>
                  <a:pt x="5610378" y="383520"/>
                </a:lnTo>
                <a:lnTo>
                  <a:pt x="5614197" y="336101"/>
                </a:lnTo>
                <a:lnTo>
                  <a:pt x="5617439" y="288521"/>
                </a:lnTo>
                <a:lnTo>
                  <a:pt x="5620225" y="240791"/>
                </a:lnTo>
                <a:lnTo>
                  <a:pt x="5622174" y="192893"/>
                </a:lnTo>
                <a:lnTo>
                  <a:pt x="5623661" y="144851"/>
                </a:lnTo>
                <a:lnTo>
                  <a:pt x="5624430" y="103395"/>
                </a:lnTo>
                <a:lnTo>
                  <a:pt x="5624822" y="52597"/>
                </a:lnTo>
                <a:lnTo>
                  <a:pt x="5624799" y="48331"/>
                </a:lnTo>
                <a:lnTo>
                  <a:pt x="5624564" y="1797"/>
                </a:lnTo>
                <a:lnTo>
                  <a:pt x="562452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486085" y="660924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104" y="312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23171" y="2941729"/>
            <a:ext cx="10958195" cy="2901950"/>
          </a:xfrm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ts val="7430"/>
              </a:lnSpc>
              <a:spcBef>
                <a:spcPts val="560"/>
              </a:spcBef>
            </a:pPr>
            <a:r>
              <a:rPr dirty="0" sz="6500"/>
              <a:t>Mise</a:t>
            </a:r>
            <a:r>
              <a:rPr dirty="0" sz="6500" spc="-420"/>
              <a:t> </a:t>
            </a:r>
            <a:r>
              <a:rPr dirty="0" sz="6500" spc="-60"/>
              <a:t>en</a:t>
            </a:r>
            <a:r>
              <a:rPr dirty="0" sz="6500" spc="-415"/>
              <a:t> </a:t>
            </a:r>
            <a:r>
              <a:rPr dirty="0" sz="6500" spc="-20"/>
              <a:t>place</a:t>
            </a:r>
            <a:r>
              <a:rPr dirty="0" sz="6500" spc="-415"/>
              <a:t> </a:t>
            </a:r>
            <a:r>
              <a:rPr dirty="0" sz="6500" spc="-10"/>
              <a:t>d’une </a:t>
            </a:r>
            <a:r>
              <a:rPr dirty="0" sz="6500" spc="-95"/>
              <a:t>application</a:t>
            </a:r>
            <a:r>
              <a:rPr dirty="0" sz="6500" spc="-415"/>
              <a:t> </a:t>
            </a:r>
            <a:r>
              <a:rPr dirty="0" sz="6500" spc="-40"/>
              <a:t>intelligente </a:t>
            </a:r>
            <a:r>
              <a:rPr dirty="0" sz="6500"/>
              <a:t>basée</a:t>
            </a:r>
            <a:r>
              <a:rPr dirty="0" sz="6500" spc="-445"/>
              <a:t> </a:t>
            </a:r>
            <a:r>
              <a:rPr dirty="0" sz="6500" spc="-40"/>
              <a:t>sur</a:t>
            </a:r>
            <a:r>
              <a:rPr dirty="0" sz="6500" spc="-445"/>
              <a:t> </a:t>
            </a:r>
            <a:r>
              <a:rPr dirty="0" sz="6500" spc="-85"/>
              <a:t>le</a:t>
            </a:r>
            <a:r>
              <a:rPr dirty="0" sz="6500" spc="-445"/>
              <a:t> </a:t>
            </a:r>
            <a:r>
              <a:rPr dirty="0" sz="6500" spc="-95"/>
              <a:t>référentiel</a:t>
            </a:r>
            <a:r>
              <a:rPr dirty="0" sz="6500" spc="-445"/>
              <a:t> </a:t>
            </a:r>
            <a:r>
              <a:rPr dirty="0" sz="6500" spc="-670"/>
              <a:t>ITIL</a:t>
            </a:r>
            <a:endParaRPr sz="6500"/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245" y="727834"/>
            <a:ext cx="3095624" cy="16287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6459" y="0"/>
            <a:ext cx="5124449" cy="311268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016000" y="8029744"/>
            <a:ext cx="3717925" cy="89281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700" spc="-55" b="1">
                <a:solidFill>
                  <a:srgbClr val="202937"/>
                </a:solidFill>
                <a:latin typeface="Trebuchet MS"/>
                <a:cs typeface="Trebuchet MS"/>
              </a:rPr>
              <a:t>Encadrant</a:t>
            </a:r>
            <a:r>
              <a:rPr dirty="0" sz="2700" spc="-45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700" spc="-30" b="1">
                <a:solidFill>
                  <a:srgbClr val="202937"/>
                </a:solidFill>
                <a:latin typeface="Trebuchet MS"/>
                <a:cs typeface="Trebuchet MS"/>
              </a:rPr>
              <a:t>Académique</a:t>
            </a:r>
            <a:r>
              <a:rPr dirty="0" sz="2700" spc="-445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700" spc="-390" b="1">
                <a:solidFill>
                  <a:srgbClr val="202937"/>
                </a:solidFill>
                <a:latin typeface="Trebuchet MS"/>
                <a:cs typeface="Trebuchet MS"/>
              </a:rPr>
              <a:t>: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2700" spc="-55">
                <a:solidFill>
                  <a:srgbClr val="202937"/>
                </a:solidFill>
                <a:latin typeface="Tahoma"/>
                <a:cs typeface="Tahoma"/>
              </a:rPr>
              <a:t>Naouar</a:t>
            </a:r>
            <a:r>
              <a:rPr dirty="0" sz="2700" spc="-43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202937"/>
                </a:solidFill>
                <a:latin typeface="Tahoma"/>
                <a:cs typeface="Tahoma"/>
              </a:rPr>
              <a:t>Nesrine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37923" y="8029744"/>
            <a:ext cx="3331845" cy="89281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700" spc="-55" b="1">
                <a:solidFill>
                  <a:srgbClr val="202937"/>
                </a:solidFill>
                <a:latin typeface="Trebuchet MS"/>
                <a:cs typeface="Trebuchet MS"/>
              </a:rPr>
              <a:t>Encadrant</a:t>
            </a:r>
            <a:r>
              <a:rPr dirty="0" sz="2700" spc="-434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700" spc="-100" b="1">
                <a:solidFill>
                  <a:srgbClr val="202937"/>
                </a:solidFill>
                <a:latin typeface="Trebuchet MS"/>
                <a:cs typeface="Trebuchet MS"/>
              </a:rPr>
              <a:t>Entreprise</a:t>
            </a:r>
            <a:r>
              <a:rPr dirty="0" sz="2700" spc="-434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700" spc="-390" b="1">
                <a:solidFill>
                  <a:srgbClr val="202937"/>
                </a:solidFill>
                <a:latin typeface="Trebuchet MS"/>
                <a:cs typeface="Trebuchet MS"/>
              </a:rPr>
              <a:t>: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2700" spc="-20">
                <a:solidFill>
                  <a:srgbClr val="202937"/>
                </a:solidFill>
                <a:latin typeface="Tahoma"/>
                <a:cs typeface="Tahoma"/>
              </a:rPr>
              <a:t>Jemmali</a:t>
            </a:r>
            <a:r>
              <a:rPr dirty="0" sz="2700" spc="-43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202937"/>
                </a:solidFill>
                <a:latin typeface="Tahoma"/>
                <a:cs typeface="Tahoma"/>
              </a:rPr>
              <a:t>Moncer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81868" y="999553"/>
            <a:ext cx="37846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285">
                <a:solidFill>
                  <a:srgbClr val="4F86EC"/>
                </a:solidFill>
                <a:latin typeface="Tahoma"/>
                <a:cs typeface="Tahoma"/>
              </a:rPr>
              <a:t>PROJET</a:t>
            </a:r>
            <a:r>
              <a:rPr dirty="0" sz="2300" spc="50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300" spc="204">
                <a:solidFill>
                  <a:srgbClr val="4F86EC"/>
                </a:solidFill>
                <a:latin typeface="Tahoma"/>
                <a:cs typeface="Tahoma"/>
              </a:rPr>
              <a:t>DE</a:t>
            </a:r>
            <a:r>
              <a:rPr dirty="0" sz="2300" spc="45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300" spc="75">
                <a:solidFill>
                  <a:srgbClr val="4F86EC"/>
                </a:solidFill>
                <a:latin typeface="Tahoma"/>
                <a:cs typeface="Tahoma"/>
              </a:rPr>
              <a:t>FIN</a:t>
            </a:r>
            <a:r>
              <a:rPr dirty="0" sz="2300" spc="50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300" spc="185">
                <a:solidFill>
                  <a:srgbClr val="4F86EC"/>
                </a:solidFill>
                <a:latin typeface="Tahoma"/>
                <a:cs typeface="Tahoma"/>
              </a:rPr>
              <a:t>D’ETUDE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3171" y="5770654"/>
            <a:ext cx="7685405" cy="1800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0" spc="-145" b="1">
                <a:solidFill>
                  <a:srgbClr val="202937"/>
                </a:solidFill>
                <a:latin typeface="Tahoma"/>
                <a:cs typeface="Tahoma"/>
              </a:rPr>
              <a:t>«</a:t>
            </a:r>
            <a:r>
              <a:rPr dirty="0" sz="6500" spc="-145" b="1">
                <a:solidFill>
                  <a:srgbClr val="4F86EC"/>
                </a:solidFill>
                <a:latin typeface="Tahoma"/>
                <a:cs typeface="Tahoma"/>
              </a:rPr>
              <a:t>Tunisair</a:t>
            </a:r>
            <a:r>
              <a:rPr dirty="0" sz="6500" spc="-42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6500" spc="-105" b="1">
                <a:solidFill>
                  <a:srgbClr val="4F86EC"/>
                </a:solidFill>
                <a:latin typeface="Tahoma"/>
                <a:cs typeface="Tahoma"/>
              </a:rPr>
              <a:t>Resolve</a:t>
            </a:r>
            <a:r>
              <a:rPr dirty="0" sz="6500" spc="-105" b="1">
                <a:solidFill>
                  <a:srgbClr val="202937"/>
                </a:solidFill>
                <a:latin typeface="Tahoma"/>
                <a:cs typeface="Tahoma"/>
              </a:rPr>
              <a:t>»</a:t>
            </a:r>
            <a:endParaRPr sz="6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30"/>
              </a:spcBef>
              <a:tabLst>
                <a:tab pos="2008505" algn="l"/>
              </a:tabLst>
            </a:pPr>
            <a:r>
              <a:rPr dirty="0" sz="2700" spc="-70" b="1">
                <a:solidFill>
                  <a:srgbClr val="4F86EC"/>
                </a:solidFill>
                <a:latin typeface="Trebuchet MS"/>
                <a:cs typeface="Trebuchet MS"/>
              </a:rPr>
              <a:t>Réalisé</a:t>
            </a:r>
            <a:r>
              <a:rPr dirty="0" sz="2700" spc="-509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700" spc="-10" b="1">
                <a:solidFill>
                  <a:srgbClr val="4F86EC"/>
                </a:solidFill>
                <a:latin typeface="Trebuchet MS"/>
                <a:cs typeface="Trebuchet MS"/>
              </a:rPr>
              <a:t>par</a:t>
            </a:r>
            <a:r>
              <a:rPr dirty="0" sz="2700" spc="-125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700" spc="-390" b="1">
                <a:solidFill>
                  <a:srgbClr val="4F86EC"/>
                </a:solidFill>
                <a:latin typeface="Trebuchet MS"/>
                <a:cs typeface="Trebuchet MS"/>
              </a:rPr>
              <a:t>:</a:t>
            </a:r>
            <a:r>
              <a:rPr dirty="0" sz="2700" b="1">
                <a:solidFill>
                  <a:srgbClr val="4F86EC"/>
                </a:solidFill>
                <a:latin typeface="Trebuchet MS"/>
                <a:cs typeface="Trebuchet MS"/>
              </a:rPr>
              <a:t>	</a:t>
            </a:r>
            <a:r>
              <a:rPr dirty="0" sz="2700" spc="-90">
                <a:solidFill>
                  <a:srgbClr val="202937"/>
                </a:solidFill>
                <a:latin typeface="Tahoma"/>
                <a:cs typeface="Tahoma"/>
              </a:rPr>
              <a:t>Iheb</a:t>
            </a:r>
            <a:r>
              <a:rPr dirty="0" sz="2700" spc="-459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202937"/>
                </a:solidFill>
                <a:latin typeface="Tahoma"/>
                <a:cs typeface="Tahoma"/>
              </a:rPr>
              <a:t>Saidi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3557699" y="4057213"/>
            <a:ext cx="4730750" cy="6229985"/>
            <a:chOff x="13557699" y="4057213"/>
            <a:chExt cx="4730750" cy="6229985"/>
          </a:xfrm>
        </p:grpSpPr>
        <p:sp>
          <p:nvSpPr>
            <p:cNvPr id="16" name="object 16" descr=""/>
            <p:cNvSpPr/>
            <p:nvPr/>
          </p:nvSpPr>
          <p:spPr>
            <a:xfrm>
              <a:off x="14853524" y="9630304"/>
              <a:ext cx="1101090" cy="173990"/>
            </a:xfrm>
            <a:custGeom>
              <a:avLst/>
              <a:gdLst/>
              <a:ahLst/>
              <a:cxnLst/>
              <a:rect l="l" t="t" r="r" b="b"/>
              <a:pathLst>
                <a:path w="1101090" h="173990">
                  <a:moveTo>
                    <a:pt x="1012608" y="173509"/>
                  </a:moveTo>
                  <a:lnTo>
                    <a:pt x="850141" y="150300"/>
                  </a:lnTo>
                  <a:lnTo>
                    <a:pt x="919957" y="561"/>
                  </a:lnTo>
                  <a:lnTo>
                    <a:pt x="1100954" y="0"/>
                  </a:lnTo>
                  <a:lnTo>
                    <a:pt x="1012608" y="173509"/>
                  </a:lnTo>
                  <a:close/>
                </a:path>
                <a:path w="1101090" h="173990">
                  <a:moveTo>
                    <a:pt x="163402" y="173509"/>
                  </a:moveTo>
                  <a:lnTo>
                    <a:pt x="0" y="150487"/>
                  </a:lnTo>
                  <a:lnTo>
                    <a:pt x="61018" y="2246"/>
                  </a:lnTo>
                  <a:lnTo>
                    <a:pt x="251561" y="0"/>
                  </a:lnTo>
                  <a:lnTo>
                    <a:pt x="163402" y="173509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369307" y="4685529"/>
              <a:ext cx="2653665" cy="1717039"/>
            </a:xfrm>
            <a:custGeom>
              <a:avLst/>
              <a:gdLst/>
              <a:ahLst/>
              <a:cxnLst/>
              <a:rect l="l" t="t" r="r" b="b"/>
              <a:pathLst>
                <a:path w="2653665" h="1717039">
                  <a:moveTo>
                    <a:pt x="2653371" y="1716593"/>
                  </a:moveTo>
                  <a:lnTo>
                    <a:pt x="0" y="1716593"/>
                  </a:lnTo>
                  <a:lnTo>
                    <a:pt x="0" y="351536"/>
                  </a:lnTo>
                  <a:lnTo>
                    <a:pt x="2653371" y="351536"/>
                  </a:lnTo>
                  <a:lnTo>
                    <a:pt x="2653371" y="1716593"/>
                  </a:lnTo>
                  <a:close/>
                </a:path>
                <a:path w="2653665" h="1717039">
                  <a:moveTo>
                    <a:pt x="451080" y="90242"/>
                  </a:moveTo>
                  <a:lnTo>
                    <a:pt x="439116" y="90242"/>
                  </a:lnTo>
                  <a:lnTo>
                    <a:pt x="433362" y="89097"/>
                  </a:lnTo>
                  <a:lnTo>
                    <a:pt x="401134" y="56869"/>
                  </a:lnTo>
                  <a:lnTo>
                    <a:pt x="399989" y="51115"/>
                  </a:lnTo>
                  <a:lnTo>
                    <a:pt x="399989" y="39151"/>
                  </a:lnTo>
                  <a:lnTo>
                    <a:pt x="422309" y="5747"/>
                  </a:lnTo>
                  <a:lnTo>
                    <a:pt x="439116" y="24"/>
                  </a:lnTo>
                  <a:lnTo>
                    <a:pt x="451080" y="24"/>
                  </a:lnTo>
                  <a:lnTo>
                    <a:pt x="484484" y="22344"/>
                  </a:lnTo>
                  <a:lnTo>
                    <a:pt x="490207" y="51115"/>
                  </a:lnTo>
                  <a:lnTo>
                    <a:pt x="489062" y="56869"/>
                  </a:lnTo>
                  <a:lnTo>
                    <a:pt x="456834" y="89097"/>
                  </a:lnTo>
                  <a:lnTo>
                    <a:pt x="451080" y="90242"/>
                  </a:lnTo>
                  <a:close/>
                </a:path>
                <a:path w="2653665" h="1717039">
                  <a:moveTo>
                    <a:pt x="265992" y="90233"/>
                  </a:moveTo>
                  <a:lnTo>
                    <a:pt x="253934" y="90233"/>
                  </a:lnTo>
                  <a:lnTo>
                    <a:pt x="248176" y="89079"/>
                  </a:lnTo>
                  <a:lnTo>
                    <a:pt x="215989" y="56757"/>
                  </a:lnTo>
                  <a:lnTo>
                    <a:pt x="214858" y="50995"/>
                  </a:lnTo>
                  <a:lnTo>
                    <a:pt x="214891" y="39021"/>
                  </a:lnTo>
                  <a:lnTo>
                    <a:pt x="216021" y="33428"/>
                  </a:lnTo>
                  <a:lnTo>
                    <a:pt x="216054" y="33265"/>
                  </a:lnTo>
                  <a:lnTo>
                    <a:pt x="220594" y="22400"/>
                  </a:lnTo>
                  <a:lnTo>
                    <a:pt x="220671" y="22216"/>
                  </a:lnTo>
                  <a:lnTo>
                    <a:pt x="223825" y="17530"/>
                  </a:lnTo>
                  <a:lnTo>
                    <a:pt x="223949" y="17345"/>
                  </a:lnTo>
                  <a:lnTo>
                    <a:pt x="232445" y="8907"/>
                  </a:lnTo>
                  <a:lnTo>
                    <a:pt x="237340" y="5663"/>
                  </a:lnTo>
                  <a:lnTo>
                    <a:pt x="248420" y="1122"/>
                  </a:lnTo>
                  <a:lnTo>
                    <a:pt x="254183" y="0"/>
                  </a:lnTo>
                  <a:lnTo>
                    <a:pt x="265891" y="0"/>
                  </a:lnTo>
                  <a:lnTo>
                    <a:pt x="271430" y="1122"/>
                  </a:lnTo>
                  <a:lnTo>
                    <a:pt x="271657" y="1122"/>
                  </a:lnTo>
                  <a:lnTo>
                    <a:pt x="303886" y="33265"/>
                  </a:lnTo>
                  <a:lnTo>
                    <a:pt x="305092" y="50995"/>
                  </a:lnTo>
                  <a:lnTo>
                    <a:pt x="303970" y="56757"/>
                  </a:lnTo>
                  <a:lnTo>
                    <a:pt x="271747" y="89079"/>
                  </a:lnTo>
                  <a:lnTo>
                    <a:pt x="265992" y="90233"/>
                  </a:lnTo>
                  <a:close/>
                </a:path>
                <a:path w="2653665" h="1717039">
                  <a:moveTo>
                    <a:pt x="81038" y="90242"/>
                  </a:moveTo>
                  <a:lnTo>
                    <a:pt x="69074" y="90242"/>
                  </a:lnTo>
                  <a:lnTo>
                    <a:pt x="63320" y="89097"/>
                  </a:lnTo>
                  <a:lnTo>
                    <a:pt x="31092" y="56869"/>
                  </a:lnTo>
                  <a:lnTo>
                    <a:pt x="29947" y="51115"/>
                  </a:lnTo>
                  <a:lnTo>
                    <a:pt x="29949" y="39144"/>
                  </a:lnTo>
                  <a:lnTo>
                    <a:pt x="52409" y="5688"/>
                  </a:lnTo>
                  <a:lnTo>
                    <a:pt x="69200" y="0"/>
                  </a:lnTo>
                  <a:lnTo>
                    <a:pt x="81046" y="0"/>
                  </a:lnTo>
                  <a:lnTo>
                    <a:pt x="114501" y="22303"/>
                  </a:lnTo>
                  <a:lnTo>
                    <a:pt x="120190" y="39144"/>
                  </a:lnTo>
                  <a:lnTo>
                    <a:pt x="120165" y="51115"/>
                  </a:lnTo>
                  <a:lnTo>
                    <a:pt x="97845" y="84519"/>
                  </a:lnTo>
                  <a:lnTo>
                    <a:pt x="81038" y="90242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819075" y="9994918"/>
              <a:ext cx="1022985" cy="292100"/>
            </a:xfrm>
            <a:custGeom>
              <a:avLst/>
              <a:gdLst/>
              <a:ahLst/>
              <a:cxnLst/>
              <a:rect l="l" t="t" r="r" b="b"/>
              <a:pathLst>
                <a:path w="1022984" h="292100">
                  <a:moveTo>
                    <a:pt x="502784" y="292081"/>
                  </a:moveTo>
                  <a:lnTo>
                    <a:pt x="6444" y="292081"/>
                  </a:lnTo>
                  <a:lnTo>
                    <a:pt x="2469" y="286580"/>
                  </a:lnTo>
                  <a:lnTo>
                    <a:pt x="1152" y="283424"/>
                  </a:lnTo>
                  <a:lnTo>
                    <a:pt x="0" y="276491"/>
                  </a:lnTo>
                  <a:lnTo>
                    <a:pt x="224" y="273078"/>
                  </a:lnTo>
                  <a:lnTo>
                    <a:pt x="1250" y="269716"/>
                  </a:lnTo>
                  <a:lnTo>
                    <a:pt x="32133" y="164712"/>
                  </a:lnTo>
                  <a:lnTo>
                    <a:pt x="50851" y="0"/>
                  </a:lnTo>
                  <a:lnTo>
                    <a:pt x="267598" y="6551"/>
                  </a:lnTo>
                  <a:lnTo>
                    <a:pt x="251501" y="150674"/>
                  </a:lnTo>
                  <a:lnTo>
                    <a:pt x="501689" y="290828"/>
                  </a:lnTo>
                  <a:lnTo>
                    <a:pt x="502784" y="292081"/>
                  </a:lnTo>
                  <a:close/>
                </a:path>
                <a:path w="1022984" h="292100">
                  <a:moveTo>
                    <a:pt x="1022906" y="292081"/>
                  </a:moveTo>
                  <a:lnTo>
                    <a:pt x="549451" y="292081"/>
                  </a:lnTo>
                  <a:lnTo>
                    <a:pt x="549619" y="289170"/>
                  </a:lnTo>
                  <a:lnTo>
                    <a:pt x="580739" y="184177"/>
                  </a:lnTo>
                  <a:lnTo>
                    <a:pt x="567824" y="15721"/>
                  </a:lnTo>
                  <a:lnTo>
                    <a:pt x="784571" y="22272"/>
                  </a:lnTo>
                  <a:lnTo>
                    <a:pt x="795427" y="164524"/>
                  </a:lnTo>
                  <a:lnTo>
                    <a:pt x="1022906" y="292081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796930" y="7596289"/>
              <a:ext cx="908050" cy="2472055"/>
            </a:xfrm>
            <a:custGeom>
              <a:avLst/>
              <a:gdLst/>
              <a:ahLst/>
              <a:cxnLst/>
              <a:rect l="l" t="t" r="r" b="b"/>
              <a:pathLst>
                <a:path w="908050" h="2472054">
                  <a:moveTo>
                    <a:pt x="907604" y="2471813"/>
                  </a:moveTo>
                  <a:lnTo>
                    <a:pt x="555343" y="2461143"/>
                  </a:lnTo>
                  <a:lnTo>
                    <a:pt x="493950" y="1495328"/>
                  </a:lnTo>
                  <a:lnTo>
                    <a:pt x="336912" y="2451972"/>
                  </a:lnTo>
                  <a:lnTo>
                    <a:pt x="0" y="2441678"/>
                  </a:lnTo>
                  <a:lnTo>
                    <a:pt x="123721" y="1053225"/>
                  </a:lnTo>
                  <a:lnTo>
                    <a:pt x="28263" y="259796"/>
                  </a:lnTo>
                  <a:lnTo>
                    <a:pt x="196719" y="176130"/>
                  </a:lnTo>
                  <a:lnTo>
                    <a:pt x="188670" y="147118"/>
                  </a:lnTo>
                  <a:lnTo>
                    <a:pt x="273460" y="138134"/>
                  </a:lnTo>
                  <a:lnTo>
                    <a:pt x="552910" y="0"/>
                  </a:lnTo>
                  <a:lnTo>
                    <a:pt x="555905" y="108747"/>
                  </a:lnTo>
                  <a:lnTo>
                    <a:pt x="743078" y="89094"/>
                  </a:lnTo>
                  <a:lnTo>
                    <a:pt x="896561" y="938487"/>
                  </a:lnTo>
                  <a:lnTo>
                    <a:pt x="902166" y="989066"/>
                  </a:lnTo>
                  <a:lnTo>
                    <a:pt x="902550" y="1006057"/>
                  </a:lnTo>
                  <a:lnTo>
                    <a:pt x="907604" y="2471813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789708" y="7590242"/>
              <a:ext cx="922655" cy="2486025"/>
            </a:xfrm>
            <a:custGeom>
              <a:avLst/>
              <a:gdLst/>
              <a:ahLst/>
              <a:cxnLst/>
              <a:rect l="l" t="t" r="r" b="b"/>
              <a:pathLst>
                <a:path w="922655" h="2486025">
                  <a:moveTo>
                    <a:pt x="345719" y="2465881"/>
                  </a:moveTo>
                  <a:lnTo>
                    <a:pt x="343760" y="2465881"/>
                  </a:lnTo>
                  <a:lnTo>
                    <a:pt x="6848" y="2455586"/>
                  </a:lnTo>
                  <a:lnTo>
                    <a:pt x="4804" y="2455586"/>
                  </a:lnTo>
                  <a:lnTo>
                    <a:pt x="3141" y="2454847"/>
                  </a:lnTo>
                  <a:lnTo>
                    <a:pt x="1794" y="2453340"/>
                  </a:lnTo>
                  <a:lnTo>
                    <a:pt x="561" y="2451809"/>
                  </a:lnTo>
                  <a:lnTo>
                    <a:pt x="0" y="2450062"/>
                  </a:lnTo>
                  <a:lnTo>
                    <a:pt x="109" y="2448100"/>
                  </a:lnTo>
                  <a:lnTo>
                    <a:pt x="123744" y="1060621"/>
                  </a:lnTo>
                  <a:lnTo>
                    <a:pt x="123831" y="1059647"/>
                  </a:lnTo>
                  <a:lnTo>
                    <a:pt x="28560" y="267528"/>
                  </a:lnTo>
                  <a:lnTo>
                    <a:pt x="28118" y="264268"/>
                  </a:lnTo>
                  <a:lnTo>
                    <a:pt x="29366" y="261898"/>
                  </a:lnTo>
                  <a:lnTo>
                    <a:pt x="32303" y="260416"/>
                  </a:lnTo>
                  <a:lnTo>
                    <a:pt x="196267" y="179370"/>
                  </a:lnTo>
                  <a:lnTo>
                    <a:pt x="188934" y="153893"/>
                  </a:lnTo>
                  <a:lnTo>
                    <a:pt x="279185" y="138379"/>
                  </a:lnTo>
                  <a:lnTo>
                    <a:pt x="557512" y="806"/>
                  </a:lnTo>
                  <a:lnTo>
                    <a:pt x="558573" y="257"/>
                  </a:lnTo>
                  <a:lnTo>
                    <a:pt x="559700" y="0"/>
                  </a:lnTo>
                  <a:lnTo>
                    <a:pt x="561853" y="0"/>
                  </a:lnTo>
                  <a:lnTo>
                    <a:pt x="567910" y="17277"/>
                  </a:lnTo>
                  <a:lnTo>
                    <a:pt x="553394" y="17277"/>
                  </a:lnTo>
                  <a:lnTo>
                    <a:pt x="284426" y="151855"/>
                  </a:lnTo>
                  <a:lnTo>
                    <a:pt x="281993" y="151855"/>
                  </a:lnTo>
                  <a:lnTo>
                    <a:pt x="206000" y="158968"/>
                  </a:lnTo>
                  <a:lnTo>
                    <a:pt x="212259" y="181739"/>
                  </a:lnTo>
                  <a:lnTo>
                    <a:pt x="212154" y="183322"/>
                  </a:lnTo>
                  <a:lnTo>
                    <a:pt x="210819" y="186413"/>
                  </a:lnTo>
                  <a:lnTo>
                    <a:pt x="209739" y="187575"/>
                  </a:lnTo>
                  <a:lnTo>
                    <a:pt x="208246" y="188354"/>
                  </a:lnTo>
                  <a:lnTo>
                    <a:pt x="43533" y="269587"/>
                  </a:lnTo>
                  <a:lnTo>
                    <a:pt x="43533" y="271833"/>
                  </a:lnTo>
                  <a:lnTo>
                    <a:pt x="137120" y="1057962"/>
                  </a:lnTo>
                  <a:lnTo>
                    <a:pt x="14147" y="2440425"/>
                  </a:lnTo>
                  <a:lnTo>
                    <a:pt x="334577" y="2450062"/>
                  </a:lnTo>
                  <a:lnTo>
                    <a:pt x="352526" y="2450062"/>
                  </a:lnTo>
                  <a:lnTo>
                    <a:pt x="350590" y="2461805"/>
                  </a:lnTo>
                  <a:lnTo>
                    <a:pt x="349771" y="2463222"/>
                  </a:lnTo>
                  <a:lnTo>
                    <a:pt x="347060" y="2465433"/>
                  </a:lnTo>
                  <a:lnTo>
                    <a:pt x="345719" y="2465881"/>
                  </a:lnTo>
                  <a:close/>
                </a:path>
                <a:path w="922655" h="2486025">
                  <a:moveTo>
                    <a:pt x="561688" y="121881"/>
                  </a:moveTo>
                  <a:lnTo>
                    <a:pt x="553394" y="17277"/>
                  </a:lnTo>
                  <a:lnTo>
                    <a:pt x="567910" y="17277"/>
                  </a:lnTo>
                  <a:lnTo>
                    <a:pt x="570427" y="107869"/>
                  </a:lnTo>
                  <a:lnTo>
                    <a:pt x="697624" y="107869"/>
                  </a:lnTo>
                  <a:lnTo>
                    <a:pt x="563689" y="121720"/>
                  </a:lnTo>
                  <a:lnTo>
                    <a:pt x="561688" y="121881"/>
                  </a:lnTo>
                  <a:close/>
                </a:path>
                <a:path w="922655" h="2486025">
                  <a:moveTo>
                    <a:pt x="697624" y="107869"/>
                  </a:moveTo>
                  <a:lnTo>
                    <a:pt x="570427" y="107869"/>
                  </a:lnTo>
                  <a:lnTo>
                    <a:pt x="751952" y="88976"/>
                  </a:lnTo>
                  <a:lnTo>
                    <a:pt x="753607" y="89445"/>
                  </a:lnTo>
                  <a:lnTo>
                    <a:pt x="756553" y="91672"/>
                  </a:lnTo>
                  <a:lnTo>
                    <a:pt x="757456" y="93138"/>
                  </a:lnTo>
                  <a:lnTo>
                    <a:pt x="759236" y="103003"/>
                  </a:lnTo>
                  <a:lnTo>
                    <a:pt x="744685" y="103003"/>
                  </a:lnTo>
                  <a:lnTo>
                    <a:pt x="697624" y="107869"/>
                  </a:lnTo>
                  <a:close/>
                </a:path>
                <a:path w="922655" h="2486025">
                  <a:moveTo>
                    <a:pt x="922286" y="2470747"/>
                  </a:moveTo>
                  <a:lnTo>
                    <a:pt x="909024" y="2470747"/>
                  </a:lnTo>
                  <a:lnTo>
                    <a:pt x="903788" y="1111460"/>
                  </a:lnTo>
                  <a:lnTo>
                    <a:pt x="903699" y="1088392"/>
                  </a:lnTo>
                  <a:lnTo>
                    <a:pt x="903592" y="1060621"/>
                  </a:lnTo>
                  <a:lnTo>
                    <a:pt x="903488" y="1033378"/>
                  </a:lnTo>
                  <a:lnTo>
                    <a:pt x="903408" y="1012853"/>
                  </a:lnTo>
                  <a:lnTo>
                    <a:pt x="899642" y="962065"/>
                  </a:lnTo>
                  <a:lnTo>
                    <a:pt x="744685" y="103003"/>
                  </a:lnTo>
                  <a:lnTo>
                    <a:pt x="759236" y="103003"/>
                  </a:lnTo>
                  <a:lnTo>
                    <a:pt x="911083" y="944160"/>
                  </a:lnTo>
                  <a:lnTo>
                    <a:pt x="916918" y="994247"/>
                  </a:lnTo>
                  <a:lnTo>
                    <a:pt x="922186" y="2440425"/>
                  </a:lnTo>
                  <a:lnTo>
                    <a:pt x="922286" y="2470747"/>
                  </a:lnTo>
                  <a:close/>
                </a:path>
                <a:path w="922655" h="2486025">
                  <a:moveTo>
                    <a:pt x="352526" y="2450062"/>
                  </a:moveTo>
                  <a:lnTo>
                    <a:pt x="337786" y="2450062"/>
                  </a:lnTo>
                  <a:lnTo>
                    <a:pt x="494247" y="1500065"/>
                  </a:lnTo>
                  <a:lnTo>
                    <a:pt x="500002" y="1427484"/>
                  </a:lnTo>
                  <a:lnTo>
                    <a:pt x="504791" y="1367725"/>
                  </a:lnTo>
                  <a:lnTo>
                    <a:pt x="510365" y="1298957"/>
                  </a:lnTo>
                  <a:lnTo>
                    <a:pt x="516357" y="1226160"/>
                  </a:lnTo>
                  <a:lnTo>
                    <a:pt x="522400" y="1154313"/>
                  </a:lnTo>
                  <a:lnTo>
                    <a:pt x="528125" y="1088392"/>
                  </a:lnTo>
                  <a:lnTo>
                    <a:pt x="533167" y="1033378"/>
                  </a:lnTo>
                  <a:lnTo>
                    <a:pt x="537158" y="994247"/>
                  </a:lnTo>
                  <a:lnTo>
                    <a:pt x="539730" y="975980"/>
                  </a:lnTo>
                  <a:lnTo>
                    <a:pt x="538089" y="957457"/>
                  </a:lnTo>
                  <a:lnTo>
                    <a:pt x="531256" y="919889"/>
                  </a:lnTo>
                  <a:lnTo>
                    <a:pt x="520454" y="868133"/>
                  </a:lnTo>
                  <a:lnTo>
                    <a:pt x="506908" y="807050"/>
                  </a:lnTo>
                  <a:lnTo>
                    <a:pt x="491843" y="741497"/>
                  </a:lnTo>
                  <a:lnTo>
                    <a:pt x="476483" y="676334"/>
                  </a:lnTo>
                  <a:lnTo>
                    <a:pt x="462053" y="616419"/>
                  </a:lnTo>
                  <a:lnTo>
                    <a:pt x="461562" y="614538"/>
                  </a:lnTo>
                  <a:lnTo>
                    <a:pt x="461749" y="613237"/>
                  </a:lnTo>
                  <a:lnTo>
                    <a:pt x="461818" y="612764"/>
                  </a:lnTo>
                  <a:lnTo>
                    <a:pt x="463823" y="609432"/>
                  </a:lnTo>
                  <a:lnTo>
                    <a:pt x="465270" y="608375"/>
                  </a:lnTo>
                  <a:lnTo>
                    <a:pt x="469055" y="607482"/>
                  </a:lnTo>
                  <a:lnTo>
                    <a:pt x="470822" y="607779"/>
                  </a:lnTo>
                  <a:lnTo>
                    <a:pt x="474106" y="609863"/>
                  </a:lnTo>
                  <a:lnTo>
                    <a:pt x="475128" y="611335"/>
                  </a:lnTo>
                  <a:lnTo>
                    <a:pt x="475430" y="612764"/>
                  </a:lnTo>
                  <a:lnTo>
                    <a:pt x="475530" y="613237"/>
                  </a:lnTo>
                  <a:lnTo>
                    <a:pt x="484578" y="650502"/>
                  </a:lnTo>
                  <a:lnTo>
                    <a:pt x="498153" y="707257"/>
                  </a:lnTo>
                  <a:lnTo>
                    <a:pt x="513956" y="774828"/>
                  </a:lnTo>
                  <a:lnTo>
                    <a:pt x="529683" y="844536"/>
                  </a:lnTo>
                  <a:lnTo>
                    <a:pt x="543032" y="907706"/>
                  </a:lnTo>
                  <a:lnTo>
                    <a:pt x="551703" y="955660"/>
                  </a:lnTo>
                  <a:lnTo>
                    <a:pt x="553394" y="979723"/>
                  </a:lnTo>
                  <a:lnTo>
                    <a:pt x="551667" y="992384"/>
                  </a:lnTo>
                  <a:lnTo>
                    <a:pt x="548851" y="1020139"/>
                  </a:lnTo>
                  <a:lnTo>
                    <a:pt x="545217" y="1059647"/>
                  </a:lnTo>
                  <a:lnTo>
                    <a:pt x="540678" y="1111460"/>
                  </a:lnTo>
                  <a:lnTo>
                    <a:pt x="535683" y="1170289"/>
                  </a:lnTo>
                  <a:lnTo>
                    <a:pt x="530322" y="1234739"/>
                  </a:lnTo>
                  <a:lnTo>
                    <a:pt x="524778" y="1302441"/>
                  </a:lnTo>
                  <a:lnTo>
                    <a:pt x="519230" y="1371027"/>
                  </a:lnTo>
                  <a:lnTo>
                    <a:pt x="513859" y="1438128"/>
                  </a:lnTo>
                  <a:lnTo>
                    <a:pt x="508951" y="1500065"/>
                  </a:lnTo>
                  <a:lnTo>
                    <a:pt x="508847" y="1501376"/>
                  </a:lnTo>
                  <a:lnTo>
                    <a:pt x="512836" y="1564266"/>
                  </a:lnTo>
                  <a:lnTo>
                    <a:pt x="498552" y="1564266"/>
                  </a:lnTo>
                  <a:lnTo>
                    <a:pt x="352526" y="2450062"/>
                  </a:lnTo>
                  <a:close/>
                </a:path>
                <a:path w="922655" h="2486025">
                  <a:moveTo>
                    <a:pt x="916974" y="2485901"/>
                  </a:moveTo>
                  <a:lnTo>
                    <a:pt x="914772" y="2485901"/>
                  </a:lnTo>
                  <a:lnTo>
                    <a:pt x="560896" y="2475193"/>
                  </a:lnTo>
                  <a:lnTo>
                    <a:pt x="559302" y="2474523"/>
                  </a:lnTo>
                  <a:lnTo>
                    <a:pt x="556639" y="2471932"/>
                  </a:lnTo>
                  <a:lnTo>
                    <a:pt x="555925" y="2470356"/>
                  </a:lnTo>
                  <a:lnTo>
                    <a:pt x="555009" y="2455586"/>
                  </a:lnTo>
                  <a:lnTo>
                    <a:pt x="498552" y="1564266"/>
                  </a:lnTo>
                  <a:lnTo>
                    <a:pt x="512836" y="1564266"/>
                  </a:lnTo>
                  <a:lnTo>
                    <a:pt x="569678" y="2460453"/>
                  </a:lnTo>
                  <a:lnTo>
                    <a:pt x="909024" y="2470747"/>
                  </a:lnTo>
                  <a:lnTo>
                    <a:pt x="922286" y="2470747"/>
                  </a:lnTo>
                  <a:lnTo>
                    <a:pt x="922275" y="2480797"/>
                  </a:lnTo>
                  <a:lnTo>
                    <a:pt x="921526" y="2482481"/>
                  </a:lnTo>
                  <a:lnTo>
                    <a:pt x="920067" y="2483850"/>
                  </a:lnTo>
                  <a:lnTo>
                    <a:pt x="918659" y="2485214"/>
                  </a:lnTo>
                  <a:lnTo>
                    <a:pt x="916974" y="2485901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027918" y="8730748"/>
              <a:ext cx="1260475" cy="1410970"/>
            </a:xfrm>
            <a:custGeom>
              <a:avLst/>
              <a:gdLst/>
              <a:ahLst/>
              <a:cxnLst/>
              <a:rect l="l" t="t" r="r" b="b"/>
              <a:pathLst>
                <a:path w="1260475" h="1410970">
                  <a:moveTo>
                    <a:pt x="1260080" y="1410726"/>
                  </a:moveTo>
                  <a:lnTo>
                    <a:pt x="0" y="1410726"/>
                  </a:lnTo>
                  <a:lnTo>
                    <a:pt x="0" y="0"/>
                  </a:lnTo>
                  <a:lnTo>
                    <a:pt x="1260080" y="0"/>
                  </a:lnTo>
                  <a:lnTo>
                    <a:pt x="1260080" y="1410726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236787" y="4610311"/>
              <a:ext cx="2667635" cy="1694814"/>
            </a:xfrm>
            <a:custGeom>
              <a:avLst/>
              <a:gdLst/>
              <a:ahLst/>
              <a:cxnLst/>
              <a:rect l="l" t="t" r="r" b="b"/>
              <a:pathLst>
                <a:path w="2667634" h="1694814">
                  <a:moveTo>
                    <a:pt x="2662568" y="1694294"/>
                  </a:moveTo>
                  <a:lnTo>
                    <a:pt x="5029" y="1694294"/>
                  </a:lnTo>
                  <a:lnTo>
                    <a:pt x="3491" y="1693693"/>
                  </a:lnTo>
                  <a:lnTo>
                    <a:pt x="698" y="1690973"/>
                  </a:lnTo>
                  <a:lnTo>
                    <a:pt x="0" y="1689318"/>
                  </a:lnTo>
                  <a:lnTo>
                    <a:pt x="0" y="320363"/>
                  </a:lnTo>
                  <a:lnTo>
                    <a:pt x="698" y="318708"/>
                  </a:lnTo>
                  <a:lnTo>
                    <a:pt x="3491" y="315988"/>
                  </a:lnTo>
                  <a:lnTo>
                    <a:pt x="5164" y="315334"/>
                  </a:lnTo>
                  <a:lnTo>
                    <a:pt x="2662433" y="315334"/>
                  </a:lnTo>
                  <a:lnTo>
                    <a:pt x="2664106" y="315988"/>
                  </a:lnTo>
                  <a:lnTo>
                    <a:pt x="2666900" y="318708"/>
                  </a:lnTo>
                  <a:lnTo>
                    <a:pt x="2667598" y="320363"/>
                  </a:lnTo>
                  <a:lnTo>
                    <a:pt x="2667598" y="329425"/>
                  </a:lnTo>
                  <a:lnTo>
                    <a:pt x="14038" y="329425"/>
                  </a:lnTo>
                  <a:lnTo>
                    <a:pt x="14038" y="1680256"/>
                  </a:lnTo>
                  <a:lnTo>
                    <a:pt x="2667598" y="1680256"/>
                  </a:lnTo>
                  <a:lnTo>
                    <a:pt x="2667598" y="1689318"/>
                  </a:lnTo>
                  <a:lnTo>
                    <a:pt x="2666900" y="1690973"/>
                  </a:lnTo>
                  <a:lnTo>
                    <a:pt x="2664106" y="1693693"/>
                  </a:lnTo>
                  <a:lnTo>
                    <a:pt x="2662568" y="1694294"/>
                  </a:lnTo>
                  <a:close/>
                </a:path>
                <a:path w="2667634" h="1694814">
                  <a:moveTo>
                    <a:pt x="2667598" y="1680256"/>
                  </a:moveTo>
                  <a:lnTo>
                    <a:pt x="2653185" y="1680256"/>
                  </a:lnTo>
                  <a:lnTo>
                    <a:pt x="2653185" y="329425"/>
                  </a:lnTo>
                  <a:lnTo>
                    <a:pt x="2667598" y="329425"/>
                  </a:lnTo>
                  <a:lnTo>
                    <a:pt x="2667598" y="1680256"/>
                  </a:lnTo>
                  <a:close/>
                </a:path>
                <a:path w="2667634" h="1694814">
                  <a:moveTo>
                    <a:pt x="2662568" y="240517"/>
                  </a:moveTo>
                  <a:lnTo>
                    <a:pt x="5029" y="240517"/>
                  </a:lnTo>
                  <a:lnTo>
                    <a:pt x="3491" y="239917"/>
                  </a:lnTo>
                  <a:lnTo>
                    <a:pt x="698" y="237196"/>
                  </a:lnTo>
                  <a:lnTo>
                    <a:pt x="0" y="235542"/>
                  </a:lnTo>
                  <a:lnTo>
                    <a:pt x="0" y="5148"/>
                  </a:lnTo>
                  <a:lnTo>
                    <a:pt x="695" y="3472"/>
                  </a:lnTo>
                  <a:lnTo>
                    <a:pt x="3473" y="694"/>
                  </a:lnTo>
                  <a:lnTo>
                    <a:pt x="5149" y="0"/>
                  </a:lnTo>
                  <a:lnTo>
                    <a:pt x="2662448" y="0"/>
                  </a:lnTo>
                  <a:lnTo>
                    <a:pt x="2664125" y="694"/>
                  </a:lnTo>
                  <a:lnTo>
                    <a:pt x="2666903" y="3472"/>
                  </a:lnTo>
                  <a:lnTo>
                    <a:pt x="2667597" y="5148"/>
                  </a:lnTo>
                  <a:lnTo>
                    <a:pt x="2667597" y="14038"/>
                  </a:lnTo>
                  <a:lnTo>
                    <a:pt x="14038" y="14038"/>
                  </a:lnTo>
                  <a:lnTo>
                    <a:pt x="14038" y="226479"/>
                  </a:lnTo>
                  <a:lnTo>
                    <a:pt x="2667598" y="226479"/>
                  </a:lnTo>
                  <a:lnTo>
                    <a:pt x="2667598" y="235542"/>
                  </a:lnTo>
                  <a:lnTo>
                    <a:pt x="2666900" y="237196"/>
                  </a:lnTo>
                  <a:lnTo>
                    <a:pt x="2664106" y="239917"/>
                  </a:lnTo>
                  <a:lnTo>
                    <a:pt x="2662568" y="240517"/>
                  </a:lnTo>
                  <a:close/>
                </a:path>
                <a:path w="2667634" h="1694814">
                  <a:moveTo>
                    <a:pt x="2667598" y="226479"/>
                  </a:moveTo>
                  <a:lnTo>
                    <a:pt x="2653185" y="226479"/>
                  </a:lnTo>
                  <a:lnTo>
                    <a:pt x="2653185" y="14038"/>
                  </a:lnTo>
                  <a:lnTo>
                    <a:pt x="2667597" y="14038"/>
                  </a:lnTo>
                  <a:lnTo>
                    <a:pt x="2667598" y="226479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672045" y="5189800"/>
              <a:ext cx="2616200" cy="2816860"/>
            </a:xfrm>
            <a:custGeom>
              <a:avLst/>
              <a:gdLst/>
              <a:ahLst/>
              <a:cxnLst/>
              <a:rect l="l" t="t" r="r" b="b"/>
              <a:pathLst>
                <a:path w="2616200" h="2816859">
                  <a:moveTo>
                    <a:pt x="2615953" y="2816586"/>
                  </a:moveTo>
                  <a:lnTo>
                    <a:pt x="238436" y="2816604"/>
                  </a:lnTo>
                  <a:lnTo>
                    <a:pt x="190572" y="2810410"/>
                  </a:lnTo>
                  <a:lnTo>
                    <a:pt x="144838" y="2794993"/>
                  </a:lnTo>
                  <a:lnTo>
                    <a:pt x="102992" y="2770946"/>
                  </a:lnTo>
                  <a:lnTo>
                    <a:pt x="66645" y="2739194"/>
                  </a:lnTo>
                  <a:lnTo>
                    <a:pt x="37194" y="2700958"/>
                  </a:lnTo>
                  <a:lnTo>
                    <a:pt x="15773" y="2657709"/>
                  </a:lnTo>
                  <a:lnTo>
                    <a:pt x="3206" y="2611111"/>
                  </a:lnTo>
                  <a:lnTo>
                    <a:pt x="0" y="2579073"/>
                  </a:lnTo>
                  <a:lnTo>
                    <a:pt x="0" y="237528"/>
                  </a:lnTo>
                  <a:lnTo>
                    <a:pt x="6351" y="189778"/>
                  </a:lnTo>
                  <a:lnTo>
                    <a:pt x="21883" y="144182"/>
                  </a:lnTo>
                  <a:lnTo>
                    <a:pt x="46001" y="102484"/>
                  </a:lnTo>
                  <a:lnTo>
                    <a:pt x="77779" y="66284"/>
                  </a:lnTo>
                  <a:lnTo>
                    <a:pt x="116001" y="36968"/>
                  </a:lnTo>
                  <a:lnTo>
                    <a:pt x="159201" y="15659"/>
                  </a:lnTo>
                  <a:lnTo>
                    <a:pt x="205725" y="3175"/>
                  </a:lnTo>
                  <a:lnTo>
                    <a:pt x="2615953" y="0"/>
                  </a:lnTo>
                  <a:lnTo>
                    <a:pt x="2615953" y="2816586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665857" y="5182691"/>
              <a:ext cx="2622550" cy="2830830"/>
            </a:xfrm>
            <a:custGeom>
              <a:avLst/>
              <a:gdLst/>
              <a:ahLst/>
              <a:cxnLst/>
              <a:rect l="l" t="t" r="r" b="b"/>
              <a:pathLst>
                <a:path w="2622550" h="2830829">
                  <a:moveTo>
                    <a:pt x="1000252" y="353758"/>
                  </a:moveTo>
                  <a:lnTo>
                    <a:pt x="597636" y="376593"/>
                  </a:lnTo>
                  <a:lnTo>
                    <a:pt x="588264" y="474395"/>
                  </a:lnTo>
                  <a:lnTo>
                    <a:pt x="562495" y="700379"/>
                  </a:lnTo>
                  <a:lnTo>
                    <a:pt x="523887" y="953427"/>
                  </a:lnTo>
                  <a:lnTo>
                    <a:pt x="475970" y="1132395"/>
                  </a:lnTo>
                  <a:lnTo>
                    <a:pt x="1000252" y="1132395"/>
                  </a:lnTo>
                  <a:lnTo>
                    <a:pt x="1000252" y="353758"/>
                  </a:lnTo>
                  <a:close/>
                </a:path>
                <a:path w="2622550" h="2830829">
                  <a:moveTo>
                    <a:pt x="2459825" y="557784"/>
                  </a:moveTo>
                  <a:lnTo>
                    <a:pt x="2189924" y="573125"/>
                  </a:lnTo>
                  <a:lnTo>
                    <a:pt x="2183650" y="638683"/>
                  </a:lnTo>
                  <a:lnTo>
                    <a:pt x="2166404" y="790155"/>
                  </a:lnTo>
                  <a:lnTo>
                    <a:pt x="2140572" y="959739"/>
                  </a:lnTo>
                  <a:lnTo>
                    <a:pt x="2108504" y="1079614"/>
                  </a:lnTo>
                  <a:lnTo>
                    <a:pt x="2459825" y="1079614"/>
                  </a:lnTo>
                  <a:lnTo>
                    <a:pt x="2459825" y="557784"/>
                  </a:lnTo>
                  <a:close/>
                </a:path>
                <a:path w="2622550" h="2830829">
                  <a:moveTo>
                    <a:pt x="2622131" y="0"/>
                  </a:moveTo>
                  <a:lnTo>
                    <a:pt x="244652" y="0"/>
                  </a:lnTo>
                  <a:lnTo>
                    <a:pt x="236156" y="431"/>
                  </a:lnTo>
                  <a:lnTo>
                    <a:pt x="195300" y="6540"/>
                  </a:lnTo>
                  <a:lnTo>
                    <a:pt x="148399" y="22504"/>
                  </a:lnTo>
                  <a:lnTo>
                    <a:pt x="105511" y="47294"/>
                  </a:lnTo>
                  <a:lnTo>
                    <a:pt x="68262" y="79971"/>
                  </a:lnTo>
                  <a:lnTo>
                    <a:pt x="38100" y="119265"/>
                  </a:lnTo>
                  <a:lnTo>
                    <a:pt x="16154" y="163690"/>
                  </a:lnTo>
                  <a:lnTo>
                    <a:pt x="3289" y="211531"/>
                  </a:lnTo>
                  <a:lnTo>
                    <a:pt x="0" y="244411"/>
                  </a:lnTo>
                  <a:lnTo>
                    <a:pt x="0" y="2585948"/>
                  </a:lnTo>
                  <a:lnTo>
                    <a:pt x="6527" y="2635135"/>
                  </a:lnTo>
                  <a:lnTo>
                    <a:pt x="22504" y="2682036"/>
                  </a:lnTo>
                  <a:lnTo>
                    <a:pt x="47294" y="2724924"/>
                  </a:lnTo>
                  <a:lnTo>
                    <a:pt x="79959" y="2762173"/>
                  </a:lnTo>
                  <a:lnTo>
                    <a:pt x="119087" y="2792222"/>
                  </a:lnTo>
                  <a:lnTo>
                    <a:pt x="163677" y="2814282"/>
                  </a:lnTo>
                  <a:lnTo>
                    <a:pt x="211518" y="2827147"/>
                  </a:lnTo>
                  <a:lnTo>
                    <a:pt x="244411" y="2830423"/>
                  </a:lnTo>
                  <a:lnTo>
                    <a:pt x="2622131" y="2830423"/>
                  </a:lnTo>
                  <a:lnTo>
                    <a:pt x="2622131" y="2816771"/>
                  </a:lnTo>
                  <a:lnTo>
                    <a:pt x="244868" y="2816771"/>
                  </a:lnTo>
                  <a:lnTo>
                    <a:pt x="237070" y="2816377"/>
                  </a:lnTo>
                  <a:lnTo>
                    <a:pt x="198475" y="2810637"/>
                  </a:lnTo>
                  <a:lnTo>
                    <a:pt x="154165" y="2795562"/>
                  </a:lnTo>
                  <a:lnTo>
                    <a:pt x="113639" y="2772156"/>
                  </a:lnTo>
                  <a:lnTo>
                    <a:pt x="78460" y="2741295"/>
                  </a:lnTo>
                  <a:lnTo>
                    <a:pt x="49911" y="2704084"/>
                  </a:lnTo>
                  <a:lnTo>
                    <a:pt x="29248" y="2662212"/>
                  </a:lnTo>
                  <a:lnTo>
                    <a:pt x="17119" y="2617012"/>
                  </a:lnTo>
                  <a:lnTo>
                    <a:pt x="14033" y="2585948"/>
                  </a:lnTo>
                  <a:lnTo>
                    <a:pt x="14046" y="244411"/>
                  </a:lnTo>
                  <a:lnTo>
                    <a:pt x="14427" y="236893"/>
                  </a:lnTo>
                  <a:lnTo>
                    <a:pt x="14503" y="236156"/>
                  </a:lnTo>
                  <a:lnTo>
                    <a:pt x="15963" y="221335"/>
                  </a:lnTo>
                  <a:lnTo>
                    <a:pt x="26619" y="175768"/>
                  </a:lnTo>
                  <a:lnTo>
                    <a:pt x="45948" y="133146"/>
                  </a:lnTo>
                  <a:lnTo>
                    <a:pt x="73215" y="95110"/>
                  </a:lnTo>
                  <a:lnTo>
                    <a:pt x="107378" y="63119"/>
                  </a:lnTo>
                  <a:lnTo>
                    <a:pt x="147104" y="38404"/>
                  </a:lnTo>
                  <a:lnTo>
                    <a:pt x="190906" y="21894"/>
                  </a:lnTo>
                  <a:lnTo>
                    <a:pt x="237070" y="14249"/>
                  </a:lnTo>
                  <a:lnTo>
                    <a:pt x="244983" y="13855"/>
                  </a:lnTo>
                  <a:lnTo>
                    <a:pt x="2622131" y="13855"/>
                  </a:lnTo>
                  <a:lnTo>
                    <a:pt x="2622131" y="0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08416" y="6294740"/>
              <a:ext cx="3479582" cy="3738871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7467214" y="4247704"/>
              <a:ext cx="821055" cy="596265"/>
            </a:xfrm>
            <a:custGeom>
              <a:avLst/>
              <a:gdLst/>
              <a:ahLst/>
              <a:cxnLst/>
              <a:rect l="l" t="t" r="r" b="b"/>
              <a:pathLst>
                <a:path w="821055" h="596264">
                  <a:moveTo>
                    <a:pt x="468093" y="160476"/>
                  </a:moveTo>
                  <a:lnTo>
                    <a:pt x="462203" y="160476"/>
                  </a:lnTo>
                  <a:lnTo>
                    <a:pt x="451811" y="159336"/>
                  </a:lnTo>
                  <a:lnTo>
                    <a:pt x="410466" y="138441"/>
                  </a:lnTo>
                  <a:lnTo>
                    <a:pt x="387605" y="98149"/>
                  </a:lnTo>
                  <a:lnTo>
                    <a:pt x="385658" y="77341"/>
                  </a:lnTo>
                  <a:lnTo>
                    <a:pt x="386615" y="67996"/>
                  </a:lnTo>
                  <a:lnTo>
                    <a:pt x="407594" y="25055"/>
                  </a:lnTo>
                  <a:lnTo>
                    <a:pt x="448192" y="1948"/>
                  </a:lnTo>
                  <a:lnTo>
                    <a:pt x="463846" y="0"/>
                  </a:lnTo>
                  <a:lnTo>
                    <a:pt x="468735" y="0"/>
                  </a:lnTo>
                  <a:lnTo>
                    <a:pt x="508870" y="12448"/>
                  </a:lnTo>
                  <a:lnTo>
                    <a:pt x="539343" y="47853"/>
                  </a:lnTo>
                  <a:lnTo>
                    <a:pt x="546096" y="83747"/>
                  </a:lnTo>
                  <a:lnTo>
                    <a:pt x="544947" y="94228"/>
                  </a:lnTo>
                  <a:lnTo>
                    <a:pt x="523787" y="135874"/>
                  </a:lnTo>
                  <a:lnTo>
                    <a:pt x="483025" y="158690"/>
                  </a:lnTo>
                  <a:lnTo>
                    <a:pt x="468093" y="160476"/>
                  </a:lnTo>
                  <a:close/>
                </a:path>
                <a:path w="821055" h="596264">
                  <a:moveTo>
                    <a:pt x="0" y="596012"/>
                  </a:moveTo>
                  <a:lnTo>
                    <a:pt x="229662" y="109361"/>
                  </a:lnTo>
                  <a:lnTo>
                    <a:pt x="523524" y="531437"/>
                  </a:lnTo>
                  <a:lnTo>
                    <a:pt x="786629" y="531437"/>
                  </a:lnTo>
                  <a:lnTo>
                    <a:pt x="524075" y="553336"/>
                  </a:lnTo>
                  <a:lnTo>
                    <a:pt x="512855" y="553336"/>
                  </a:lnTo>
                  <a:lnTo>
                    <a:pt x="0" y="596012"/>
                  </a:lnTo>
                  <a:close/>
                </a:path>
                <a:path w="821055" h="596264">
                  <a:moveTo>
                    <a:pt x="786629" y="531437"/>
                  </a:moveTo>
                  <a:lnTo>
                    <a:pt x="523524" y="531437"/>
                  </a:lnTo>
                  <a:lnTo>
                    <a:pt x="690482" y="177305"/>
                  </a:lnTo>
                  <a:lnTo>
                    <a:pt x="820784" y="365107"/>
                  </a:lnTo>
                  <a:lnTo>
                    <a:pt x="820784" y="528588"/>
                  </a:lnTo>
                  <a:lnTo>
                    <a:pt x="786629" y="531437"/>
                  </a:lnTo>
                  <a:close/>
                </a:path>
                <a:path w="821055" h="596264">
                  <a:moveTo>
                    <a:pt x="512855" y="554272"/>
                  </a:moveTo>
                  <a:lnTo>
                    <a:pt x="512855" y="553336"/>
                  </a:lnTo>
                  <a:lnTo>
                    <a:pt x="524075" y="553336"/>
                  </a:lnTo>
                  <a:lnTo>
                    <a:pt x="512855" y="554272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57699" y="6085869"/>
              <a:ext cx="1191638" cy="195776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7283974" y="4139111"/>
              <a:ext cx="1004569" cy="714375"/>
            </a:xfrm>
            <a:custGeom>
              <a:avLst/>
              <a:gdLst/>
              <a:ahLst/>
              <a:cxnLst/>
              <a:rect l="l" t="t" r="r" b="b"/>
              <a:pathLst>
                <a:path w="1004569" h="714375">
                  <a:moveTo>
                    <a:pt x="59143" y="714150"/>
                  </a:moveTo>
                  <a:lnTo>
                    <a:pt x="58374" y="713189"/>
                  </a:lnTo>
                  <a:lnTo>
                    <a:pt x="56696" y="713189"/>
                  </a:lnTo>
                  <a:lnTo>
                    <a:pt x="55198" y="712628"/>
                  </a:lnTo>
                  <a:lnTo>
                    <a:pt x="52468" y="710294"/>
                  </a:lnTo>
                  <a:lnTo>
                    <a:pt x="51657" y="708734"/>
                  </a:lnTo>
                  <a:lnTo>
                    <a:pt x="51469" y="706850"/>
                  </a:lnTo>
                  <a:lnTo>
                    <a:pt x="183" y="90863"/>
                  </a:lnTo>
                  <a:lnTo>
                    <a:pt x="0" y="88921"/>
                  </a:lnTo>
                  <a:lnTo>
                    <a:pt x="1004024" y="0"/>
                  </a:lnTo>
                  <a:lnTo>
                    <a:pt x="1004024" y="14120"/>
                  </a:lnTo>
                  <a:lnTo>
                    <a:pt x="14595" y="96665"/>
                  </a:lnTo>
                  <a:lnTo>
                    <a:pt x="64945" y="698615"/>
                  </a:lnTo>
                  <a:lnTo>
                    <a:pt x="245420" y="698615"/>
                  </a:lnTo>
                  <a:lnTo>
                    <a:pt x="59143" y="714150"/>
                  </a:lnTo>
                  <a:close/>
                </a:path>
                <a:path w="1004569" h="714375">
                  <a:moveTo>
                    <a:pt x="245420" y="698615"/>
                  </a:moveTo>
                  <a:lnTo>
                    <a:pt x="64945" y="698615"/>
                  </a:lnTo>
                  <a:lnTo>
                    <a:pt x="1004024" y="620421"/>
                  </a:lnTo>
                  <a:lnTo>
                    <a:pt x="1004024" y="635348"/>
                  </a:lnTo>
                  <a:lnTo>
                    <a:pt x="245420" y="698615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915359" y="5534573"/>
              <a:ext cx="2372995" cy="1415415"/>
            </a:xfrm>
            <a:custGeom>
              <a:avLst/>
              <a:gdLst/>
              <a:ahLst/>
              <a:cxnLst/>
              <a:rect l="l" t="t" r="r" b="b"/>
              <a:pathLst>
                <a:path w="2372994" h="1415415">
                  <a:moveTo>
                    <a:pt x="0" y="725484"/>
                  </a:moveTo>
                  <a:lnTo>
                    <a:pt x="23882" y="706726"/>
                  </a:lnTo>
                  <a:lnTo>
                    <a:pt x="82403" y="615005"/>
                  </a:lnTo>
                  <a:lnTo>
                    <a:pt x="155874" y="397152"/>
                  </a:lnTo>
                  <a:lnTo>
                    <a:pt x="224608" y="0"/>
                  </a:lnTo>
                  <a:lnTo>
                    <a:pt x="748693" y="0"/>
                  </a:lnTo>
                  <a:lnTo>
                    <a:pt x="749544" y="65270"/>
                  </a:lnTo>
                  <a:lnTo>
                    <a:pt x="741464" y="225965"/>
                  </a:lnTo>
                  <a:lnTo>
                    <a:pt x="708501" y="429405"/>
                  </a:lnTo>
                  <a:lnTo>
                    <a:pt x="634705" y="622913"/>
                  </a:lnTo>
                  <a:lnTo>
                    <a:pt x="0" y="725484"/>
                  </a:lnTo>
                  <a:close/>
                </a:path>
                <a:path w="2372994" h="1415415">
                  <a:moveTo>
                    <a:pt x="2347716" y="1414844"/>
                  </a:moveTo>
                  <a:lnTo>
                    <a:pt x="2371514" y="1396033"/>
                  </a:lnTo>
                  <a:lnTo>
                    <a:pt x="2372639" y="1394262"/>
                  </a:lnTo>
                  <a:lnTo>
                    <a:pt x="2372639" y="1410814"/>
                  </a:lnTo>
                  <a:lnTo>
                    <a:pt x="2347716" y="1414844"/>
                  </a:lnTo>
                  <a:close/>
                </a:path>
                <a:path w="2372994" h="1415415">
                  <a:moveTo>
                    <a:pt x="1707583" y="691418"/>
                  </a:moveTo>
                  <a:lnTo>
                    <a:pt x="1723510" y="678734"/>
                  </a:lnTo>
                  <a:lnTo>
                    <a:pt x="1762565" y="617040"/>
                  </a:lnTo>
                  <a:lnTo>
                    <a:pt x="1811657" y="470872"/>
                  </a:lnTo>
                  <a:lnTo>
                    <a:pt x="1857696" y="204767"/>
                  </a:lnTo>
                  <a:lnTo>
                    <a:pt x="2208647" y="204767"/>
                  </a:lnTo>
                  <a:lnTo>
                    <a:pt x="2209302" y="248516"/>
                  </a:lnTo>
                  <a:lnTo>
                    <a:pt x="2204061" y="356261"/>
                  </a:lnTo>
                  <a:lnTo>
                    <a:pt x="2182115" y="492748"/>
                  </a:lnTo>
                  <a:lnTo>
                    <a:pt x="2132654" y="622726"/>
                  </a:lnTo>
                  <a:lnTo>
                    <a:pt x="1707583" y="691418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7196077" y="4057213"/>
              <a:ext cx="1092200" cy="883285"/>
            </a:xfrm>
            <a:custGeom>
              <a:avLst/>
              <a:gdLst/>
              <a:ahLst/>
              <a:cxnLst/>
              <a:rect l="l" t="t" r="r" b="b"/>
              <a:pathLst>
                <a:path w="1092200" h="883285">
                  <a:moveTo>
                    <a:pt x="72733" y="882897"/>
                  </a:moveTo>
                  <a:lnTo>
                    <a:pt x="70139" y="882897"/>
                  </a:lnTo>
                  <a:lnTo>
                    <a:pt x="68878" y="882443"/>
                  </a:lnTo>
                  <a:lnTo>
                    <a:pt x="109" y="98452"/>
                  </a:lnTo>
                  <a:lnTo>
                    <a:pt x="0" y="96503"/>
                  </a:lnTo>
                  <a:lnTo>
                    <a:pt x="578" y="94786"/>
                  </a:lnTo>
                  <a:lnTo>
                    <a:pt x="3113" y="91816"/>
                  </a:lnTo>
                  <a:lnTo>
                    <a:pt x="4718" y="90975"/>
                  </a:lnTo>
                  <a:lnTo>
                    <a:pt x="6661" y="90778"/>
                  </a:lnTo>
                  <a:lnTo>
                    <a:pt x="1091921" y="0"/>
                  </a:lnTo>
                  <a:lnTo>
                    <a:pt x="1091921" y="14424"/>
                  </a:lnTo>
                  <a:lnTo>
                    <a:pt x="14709" y="104255"/>
                  </a:lnTo>
                  <a:lnTo>
                    <a:pt x="78535" y="868297"/>
                  </a:lnTo>
                  <a:lnTo>
                    <a:pt x="247271" y="868297"/>
                  </a:lnTo>
                  <a:lnTo>
                    <a:pt x="72733" y="882897"/>
                  </a:lnTo>
                  <a:close/>
                </a:path>
                <a:path w="1092200" h="883285">
                  <a:moveTo>
                    <a:pt x="247271" y="868297"/>
                  </a:moveTo>
                  <a:lnTo>
                    <a:pt x="78535" y="868297"/>
                  </a:lnTo>
                  <a:lnTo>
                    <a:pt x="1091921" y="783943"/>
                  </a:lnTo>
                  <a:lnTo>
                    <a:pt x="1091921" y="797644"/>
                  </a:lnTo>
                  <a:lnTo>
                    <a:pt x="247271" y="868297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37362"/>
            <a:ext cx="5624830" cy="3875404"/>
          </a:xfrm>
          <a:custGeom>
            <a:avLst/>
            <a:gdLst/>
            <a:ahLst/>
            <a:cxnLst/>
            <a:rect l="l" t="t" r="r" b="b"/>
            <a:pathLst>
              <a:path w="5624830" h="3875404">
                <a:moveTo>
                  <a:pt x="1484761" y="3862597"/>
                </a:moveTo>
                <a:lnTo>
                  <a:pt x="1557698" y="3867881"/>
                </a:lnTo>
                <a:lnTo>
                  <a:pt x="1605435" y="3870542"/>
                </a:lnTo>
                <a:lnTo>
                  <a:pt x="1653326" y="3872617"/>
                </a:lnTo>
                <a:lnTo>
                  <a:pt x="1701368" y="3874103"/>
                </a:lnTo>
                <a:lnTo>
                  <a:pt x="1749556" y="3874998"/>
                </a:lnTo>
                <a:lnTo>
                  <a:pt x="1797888" y="3875297"/>
                </a:lnTo>
                <a:lnTo>
                  <a:pt x="1846220" y="3874998"/>
                </a:lnTo>
                <a:lnTo>
                  <a:pt x="1894409" y="3874103"/>
                </a:lnTo>
                <a:lnTo>
                  <a:pt x="1942450" y="3872617"/>
                </a:lnTo>
                <a:lnTo>
                  <a:pt x="1990341" y="3870542"/>
                </a:lnTo>
                <a:lnTo>
                  <a:pt x="2038079" y="3867881"/>
                </a:lnTo>
                <a:lnTo>
                  <a:pt x="2085658" y="3864640"/>
                </a:lnTo>
                <a:lnTo>
                  <a:pt x="2111016" y="3862597"/>
                </a:lnTo>
              </a:path>
              <a:path w="5624830" h="3875404">
                <a:moveTo>
                  <a:pt x="1355100" y="3849897"/>
                </a:moveTo>
                <a:lnTo>
                  <a:pt x="1368358" y="3851461"/>
                </a:lnTo>
                <a:lnTo>
                  <a:pt x="1415445" y="3856426"/>
                </a:lnTo>
                <a:lnTo>
                  <a:pt x="1462699" y="3860820"/>
                </a:lnTo>
                <a:lnTo>
                  <a:pt x="1484761" y="3862597"/>
                </a:lnTo>
              </a:path>
              <a:path w="5624830" h="3875404">
                <a:moveTo>
                  <a:pt x="2111016" y="3862597"/>
                </a:moveTo>
                <a:lnTo>
                  <a:pt x="2133077" y="3860820"/>
                </a:lnTo>
                <a:lnTo>
                  <a:pt x="2180332" y="3856426"/>
                </a:lnTo>
                <a:lnTo>
                  <a:pt x="2227418" y="3851461"/>
                </a:lnTo>
                <a:lnTo>
                  <a:pt x="2240676" y="3849897"/>
                </a:lnTo>
              </a:path>
              <a:path w="5624830" h="3875404">
                <a:moveTo>
                  <a:pt x="1256280" y="3837197"/>
                </a:moveTo>
                <a:lnTo>
                  <a:pt x="1274703" y="3839831"/>
                </a:lnTo>
                <a:lnTo>
                  <a:pt x="1321443" y="3845928"/>
                </a:lnTo>
                <a:lnTo>
                  <a:pt x="1355100" y="3849897"/>
                </a:lnTo>
              </a:path>
              <a:path w="5624830" h="3875404">
                <a:moveTo>
                  <a:pt x="2240676" y="3849897"/>
                </a:moveTo>
                <a:lnTo>
                  <a:pt x="2274333" y="3845928"/>
                </a:lnTo>
                <a:lnTo>
                  <a:pt x="2321073" y="3839831"/>
                </a:lnTo>
                <a:lnTo>
                  <a:pt x="2339496" y="3837197"/>
                </a:lnTo>
              </a:path>
              <a:path w="5624830" h="3875404">
                <a:moveTo>
                  <a:pt x="1100197" y="3811797"/>
                </a:moveTo>
                <a:lnTo>
                  <a:pt x="1135568" y="3818192"/>
                </a:lnTo>
                <a:lnTo>
                  <a:pt x="1181762" y="3825960"/>
                </a:lnTo>
                <a:lnTo>
                  <a:pt x="1228142" y="3833174"/>
                </a:lnTo>
                <a:lnTo>
                  <a:pt x="1256280" y="3837197"/>
                </a:lnTo>
              </a:path>
              <a:path w="5624830" h="3875404">
                <a:moveTo>
                  <a:pt x="2339496" y="3837197"/>
                </a:moveTo>
                <a:lnTo>
                  <a:pt x="2367634" y="3833174"/>
                </a:lnTo>
                <a:lnTo>
                  <a:pt x="2414014" y="3825960"/>
                </a:lnTo>
                <a:lnTo>
                  <a:pt x="2460208" y="3818192"/>
                </a:lnTo>
                <a:lnTo>
                  <a:pt x="2495579" y="3811797"/>
                </a:lnTo>
              </a:path>
              <a:path w="5624830" h="3875404">
                <a:moveTo>
                  <a:pt x="865919" y="3760997"/>
                </a:moveTo>
                <a:lnTo>
                  <a:pt x="907503" y="3771174"/>
                </a:lnTo>
                <a:lnTo>
                  <a:pt x="952717" y="3781657"/>
                </a:lnTo>
                <a:lnTo>
                  <a:pt x="998134" y="3791603"/>
                </a:lnTo>
                <a:lnTo>
                  <a:pt x="1043750" y="3801010"/>
                </a:lnTo>
                <a:lnTo>
                  <a:pt x="1089563" y="3809875"/>
                </a:lnTo>
                <a:lnTo>
                  <a:pt x="1100197" y="3811797"/>
                </a:lnTo>
              </a:path>
              <a:path w="5624830" h="3875404">
                <a:moveTo>
                  <a:pt x="2495579" y="3811797"/>
                </a:moveTo>
                <a:lnTo>
                  <a:pt x="2552026" y="3801010"/>
                </a:lnTo>
                <a:lnTo>
                  <a:pt x="2597642" y="3791603"/>
                </a:lnTo>
                <a:lnTo>
                  <a:pt x="2643060" y="3781657"/>
                </a:lnTo>
                <a:lnTo>
                  <a:pt x="2688274" y="3771174"/>
                </a:lnTo>
                <a:lnTo>
                  <a:pt x="2729857" y="3760997"/>
                </a:lnTo>
              </a:path>
              <a:path w="5624830" h="3875404">
                <a:moveTo>
                  <a:pt x="0" y="3427480"/>
                </a:moveTo>
                <a:lnTo>
                  <a:pt x="51249" y="3454368"/>
                </a:lnTo>
                <a:lnTo>
                  <a:pt x="91667" y="3474833"/>
                </a:lnTo>
                <a:lnTo>
                  <a:pt x="132358" y="3494833"/>
                </a:lnTo>
                <a:lnTo>
                  <a:pt x="173318" y="3514364"/>
                </a:lnTo>
                <a:lnTo>
                  <a:pt x="214545" y="3533422"/>
                </a:lnTo>
                <a:lnTo>
                  <a:pt x="256035" y="3552003"/>
                </a:lnTo>
                <a:lnTo>
                  <a:pt x="297783" y="3570105"/>
                </a:lnTo>
                <a:lnTo>
                  <a:pt x="339787" y="3587723"/>
                </a:lnTo>
                <a:lnTo>
                  <a:pt x="382043" y="3604854"/>
                </a:lnTo>
                <a:lnTo>
                  <a:pt x="424548" y="3621495"/>
                </a:lnTo>
                <a:lnTo>
                  <a:pt x="467298" y="3637641"/>
                </a:lnTo>
                <a:lnTo>
                  <a:pt x="510289" y="3653291"/>
                </a:lnTo>
                <a:lnTo>
                  <a:pt x="553518" y="3668439"/>
                </a:lnTo>
                <a:lnTo>
                  <a:pt x="596982" y="3683084"/>
                </a:lnTo>
                <a:lnTo>
                  <a:pt x="640677" y="3697220"/>
                </a:lnTo>
                <a:lnTo>
                  <a:pt x="684600" y="3710845"/>
                </a:lnTo>
                <a:lnTo>
                  <a:pt x="728746" y="3723954"/>
                </a:lnTo>
                <a:lnTo>
                  <a:pt x="773113" y="3736546"/>
                </a:lnTo>
                <a:lnTo>
                  <a:pt x="817697" y="3748615"/>
                </a:lnTo>
                <a:lnTo>
                  <a:pt x="862495" y="3760159"/>
                </a:lnTo>
                <a:lnTo>
                  <a:pt x="865919" y="3760997"/>
                </a:lnTo>
              </a:path>
              <a:path w="5624830" h="3875404">
                <a:moveTo>
                  <a:pt x="2729857" y="3760997"/>
                </a:moveTo>
                <a:lnTo>
                  <a:pt x="2778079" y="3748615"/>
                </a:lnTo>
                <a:lnTo>
                  <a:pt x="2822663" y="3736546"/>
                </a:lnTo>
                <a:lnTo>
                  <a:pt x="2867030" y="3723954"/>
                </a:lnTo>
                <a:lnTo>
                  <a:pt x="2911177" y="3710845"/>
                </a:lnTo>
                <a:lnTo>
                  <a:pt x="2955099" y="3697220"/>
                </a:lnTo>
                <a:lnTo>
                  <a:pt x="2998794" y="3683084"/>
                </a:lnTo>
                <a:lnTo>
                  <a:pt x="3042258" y="3668439"/>
                </a:lnTo>
                <a:lnTo>
                  <a:pt x="3085487" y="3653291"/>
                </a:lnTo>
                <a:lnTo>
                  <a:pt x="3128479" y="3637641"/>
                </a:lnTo>
                <a:lnTo>
                  <a:pt x="3171228" y="3621495"/>
                </a:lnTo>
                <a:lnTo>
                  <a:pt x="3213733" y="3604854"/>
                </a:lnTo>
                <a:lnTo>
                  <a:pt x="3255989" y="3587723"/>
                </a:lnTo>
                <a:lnTo>
                  <a:pt x="3297993" y="3570105"/>
                </a:lnTo>
                <a:lnTo>
                  <a:pt x="3339742" y="3552003"/>
                </a:lnTo>
                <a:lnTo>
                  <a:pt x="3381231" y="3533422"/>
                </a:lnTo>
                <a:lnTo>
                  <a:pt x="3422458" y="3514364"/>
                </a:lnTo>
                <a:lnTo>
                  <a:pt x="3463419" y="3494833"/>
                </a:lnTo>
                <a:lnTo>
                  <a:pt x="3504110" y="3474833"/>
                </a:lnTo>
                <a:lnTo>
                  <a:pt x="3544528" y="3454368"/>
                </a:lnTo>
                <a:lnTo>
                  <a:pt x="3584669" y="3433439"/>
                </a:lnTo>
                <a:lnTo>
                  <a:pt x="3624530" y="3412052"/>
                </a:lnTo>
                <a:lnTo>
                  <a:pt x="3664108" y="3390210"/>
                </a:lnTo>
                <a:lnTo>
                  <a:pt x="3703399" y="3367916"/>
                </a:lnTo>
                <a:lnTo>
                  <a:pt x="3742399" y="3345173"/>
                </a:lnTo>
                <a:lnTo>
                  <a:pt x="3781104" y="3321986"/>
                </a:lnTo>
                <a:lnTo>
                  <a:pt x="3819513" y="3298357"/>
                </a:lnTo>
                <a:lnTo>
                  <a:pt x="3857620" y="3274290"/>
                </a:lnTo>
                <a:lnTo>
                  <a:pt x="3895422" y="3249789"/>
                </a:lnTo>
                <a:lnTo>
                  <a:pt x="3932916" y="3224857"/>
                </a:lnTo>
                <a:lnTo>
                  <a:pt x="3970099" y="3199498"/>
                </a:lnTo>
                <a:lnTo>
                  <a:pt x="4006966" y="3173715"/>
                </a:lnTo>
                <a:lnTo>
                  <a:pt x="4043515" y="3147512"/>
                </a:lnTo>
                <a:lnTo>
                  <a:pt x="4079742" y="3120892"/>
                </a:lnTo>
                <a:lnTo>
                  <a:pt x="4115642" y="3093859"/>
                </a:lnTo>
                <a:lnTo>
                  <a:pt x="4151214" y="3066416"/>
                </a:lnTo>
                <a:lnTo>
                  <a:pt x="4186453" y="3038567"/>
                </a:lnTo>
                <a:lnTo>
                  <a:pt x="4221356" y="3010314"/>
                </a:lnTo>
                <a:lnTo>
                  <a:pt x="4255919" y="2981663"/>
                </a:lnTo>
                <a:lnTo>
                  <a:pt x="4290139" y="2952616"/>
                </a:lnTo>
                <a:lnTo>
                  <a:pt x="4324013" y="2923176"/>
                </a:lnTo>
                <a:lnTo>
                  <a:pt x="4357536" y="2893348"/>
                </a:lnTo>
                <a:lnTo>
                  <a:pt x="4390705" y="2863135"/>
                </a:lnTo>
                <a:lnTo>
                  <a:pt x="4423517" y="2832539"/>
                </a:lnTo>
                <a:lnTo>
                  <a:pt x="4455969" y="2801566"/>
                </a:lnTo>
                <a:lnTo>
                  <a:pt x="4488145" y="2770292"/>
                </a:lnTo>
                <a:lnTo>
                  <a:pt x="4519775" y="2738498"/>
                </a:lnTo>
                <a:lnTo>
                  <a:pt x="4551123" y="2706411"/>
                </a:lnTo>
                <a:lnTo>
                  <a:pt x="4582097" y="2673960"/>
                </a:lnTo>
                <a:lnTo>
                  <a:pt x="4612692" y="2641147"/>
                </a:lnTo>
                <a:lnTo>
                  <a:pt x="4642906" y="2607978"/>
                </a:lnTo>
                <a:lnTo>
                  <a:pt x="4672734" y="2574455"/>
                </a:lnTo>
                <a:lnTo>
                  <a:pt x="4702173" y="2540582"/>
                </a:lnTo>
                <a:lnTo>
                  <a:pt x="4731220" y="2506362"/>
                </a:lnTo>
                <a:lnTo>
                  <a:pt x="4759872" y="2471799"/>
                </a:lnTo>
                <a:lnTo>
                  <a:pt x="4788124" y="2436896"/>
                </a:lnTo>
                <a:lnTo>
                  <a:pt x="4815973" y="2401657"/>
                </a:lnTo>
                <a:lnTo>
                  <a:pt x="4843416" y="2366085"/>
                </a:lnTo>
                <a:lnTo>
                  <a:pt x="4870450" y="2330184"/>
                </a:lnTo>
                <a:lnTo>
                  <a:pt x="4897070" y="2293957"/>
                </a:lnTo>
                <a:lnTo>
                  <a:pt x="4923273" y="2257409"/>
                </a:lnTo>
                <a:lnTo>
                  <a:pt x="4949056" y="2220541"/>
                </a:lnTo>
                <a:lnTo>
                  <a:pt x="4974415" y="2183359"/>
                </a:lnTo>
                <a:lnTo>
                  <a:pt x="4999347" y="2145864"/>
                </a:lnTo>
                <a:lnTo>
                  <a:pt x="5023848" y="2108062"/>
                </a:lnTo>
                <a:lnTo>
                  <a:pt x="5047914" y="2069955"/>
                </a:lnTo>
                <a:lnTo>
                  <a:pt x="5071543" y="2031547"/>
                </a:lnTo>
                <a:lnTo>
                  <a:pt x="5094731" y="1992841"/>
                </a:lnTo>
                <a:lnTo>
                  <a:pt x="5117473" y="1953841"/>
                </a:lnTo>
                <a:lnTo>
                  <a:pt x="5139767" y="1914551"/>
                </a:lnTo>
                <a:lnTo>
                  <a:pt x="5161610" y="1874973"/>
                </a:lnTo>
                <a:lnTo>
                  <a:pt x="5182997" y="1835112"/>
                </a:lnTo>
                <a:lnTo>
                  <a:pt x="5203925" y="1794970"/>
                </a:lnTo>
                <a:lnTo>
                  <a:pt x="5224391" y="1754552"/>
                </a:lnTo>
                <a:lnTo>
                  <a:pt x="5244391" y="1713861"/>
                </a:lnTo>
                <a:lnTo>
                  <a:pt x="5263922" y="1672900"/>
                </a:lnTo>
                <a:lnTo>
                  <a:pt x="5282979" y="1631673"/>
                </a:lnTo>
                <a:lnTo>
                  <a:pt x="5301561" y="1590184"/>
                </a:lnTo>
                <a:lnTo>
                  <a:pt x="5319662" y="1548436"/>
                </a:lnTo>
                <a:lnTo>
                  <a:pt x="5337280" y="1506432"/>
                </a:lnTo>
                <a:lnTo>
                  <a:pt x="5354411" y="1464175"/>
                </a:lnTo>
                <a:lnTo>
                  <a:pt x="5371052" y="1421671"/>
                </a:lnTo>
                <a:lnTo>
                  <a:pt x="5387199" y="1378921"/>
                </a:lnTo>
                <a:lnTo>
                  <a:pt x="5402848" y="1335930"/>
                </a:lnTo>
                <a:lnTo>
                  <a:pt x="5417997" y="1292700"/>
                </a:lnTo>
                <a:lnTo>
                  <a:pt x="5432641" y="1249236"/>
                </a:lnTo>
                <a:lnTo>
                  <a:pt x="5446777" y="1205541"/>
                </a:lnTo>
                <a:lnTo>
                  <a:pt x="5460402" y="1161619"/>
                </a:lnTo>
                <a:lnTo>
                  <a:pt x="5473512" y="1117472"/>
                </a:lnTo>
                <a:lnTo>
                  <a:pt x="5486103" y="1073105"/>
                </a:lnTo>
                <a:lnTo>
                  <a:pt x="5498173" y="1028521"/>
                </a:lnTo>
                <a:lnTo>
                  <a:pt x="5509717" y="983724"/>
                </a:lnTo>
                <a:lnTo>
                  <a:pt x="5520732" y="938716"/>
                </a:lnTo>
                <a:lnTo>
                  <a:pt x="5531214" y="893502"/>
                </a:lnTo>
                <a:lnTo>
                  <a:pt x="5541161" y="848085"/>
                </a:lnTo>
                <a:lnTo>
                  <a:pt x="5550568" y="802468"/>
                </a:lnTo>
                <a:lnTo>
                  <a:pt x="5559432" y="756656"/>
                </a:lnTo>
                <a:lnTo>
                  <a:pt x="5567750" y="710651"/>
                </a:lnTo>
                <a:lnTo>
                  <a:pt x="5575517" y="664457"/>
                </a:lnTo>
                <a:lnTo>
                  <a:pt x="5582732" y="618077"/>
                </a:lnTo>
                <a:lnTo>
                  <a:pt x="5589389" y="571515"/>
                </a:lnTo>
                <a:lnTo>
                  <a:pt x="5595486" y="524775"/>
                </a:lnTo>
                <a:lnTo>
                  <a:pt x="5601018" y="477860"/>
                </a:lnTo>
                <a:lnTo>
                  <a:pt x="5605983" y="430774"/>
                </a:lnTo>
                <a:lnTo>
                  <a:pt x="5610378" y="383520"/>
                </a:lnTo>
                <a:lnTo>
                  <a:pt x="5614197" y="336101"/>
                </a:lnTo>
                <a:lnTo>
                  <a:pt x="5617439" y="288521"/>
                </a:lnTo>
                <a:lnTo>
                  <a:pt x="5620225" y="240791"/>
                </a:lnTo>
                <a:lnTo>
                  <a:pt x="5622174" y="192893"/>
                </a:lnTo>
                <a:lnTo>
                  <a:pt x="5623661" y="144851"/>
                </a:lnTo>
                <a:lnTo>
                  <a:pt x="5624430" y="103395"/>
                </a:lnTo>
                <a:lnTo>
                  <a:pt x="5624822" y="52597"/>
                </a:lnTo>
                <a:lnTo>
                  <a:pt x="5624799" y="48331"/>
                </a:lnTo>
                <a:lnTo>
                  <a:pt x="5624564" y="1797"/>
                </a:lnTo>
                <a:lnTo>
                  <a:pt x="562452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486085" y="660924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104" y="312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47814" y="1016000"/>
            <a:ext cx="215709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30">
                <a:solidFill>
                  <a:srgbClr val="4F86EC"/>
                </a:solidFill>
              </a:rPr>
              <a:t>PLAN</a:t>
            </a:r>
            <a:endParaRPr sz="6000"/>
          </a:p>
        </p:txBody>
      </p:sp>
      <p:sp>
        <p:nvSpPr>
          <p:cNvPr id="5" name="object 5" descr=""/>
          <p:cNvSpPr/>
          <p:nvPr/>
        </p:nvSpPr>
        <p:spPr>
          <a:xfrm>
            <a:off x="7288955" y="1028700"/>
            <a:ext cx="8837930" cy="1183005"/>
          </a:xfrm>
          <a:custGeom>
            <a:avLst/>
            <a:gdLst/>
            <a:ahLst/>
            <a:cxnLst/>
            <a:rect l="l" t="t" r="r" b="b"/>
            <a:pathLst>
              <a:path w="8837930" h="1183005">
                <a:moveTo>
                  <a:pt x="8380391" y="1182749"/>
                </a:moveTo>
                <a:lnTo>
                  <a:pt x="457199" y="1182749"/>
                </a:lnTo>
                <a:lnTo>
                  <a:pt x="405611" y="1179831"/>
                </a:lnTo>
                <a:lnTo>
                  <a:pt x="355078" y="1171200"/>
                </a:lnTo>
                <a:lnTo>
                  <a:pt x="306048" y="1157041"/>
                </a:lnTo>
                <a:lnTo>
                  <a:pt x="258969" y="1137540"/>
                </a:lnTo>
                <a:lnTo>
                  <a:pt x="214288" y="1112882"/>
                </a:lnTo>
                <a:lnTo>
                  <a:pt x="172453" y="1083253"/>
                </a:lnTo>
                <a:lnTo>
                  <a:pt x="133911" y="1048838"/>
                </a:lnTo>
                <a:lnTo>
                  <a:pt x="99495" y="1010296"/>
                </a:lnTo>
                <a:lnTo>
                  <a:pt x="69866" y="968461"/>
                </a:lnTo>
                <a:lnTo>
                  <a:pt x="45208" y="923780"/>
                </a:lnTo>
                <a:lnTo>
                  <a:pt x="25708" y="876701"/>
                </a:lnTo>
                <a:lnTo>
                  <a:pt x="11549" y="827671"/>
                </a:lnTo>
                <a:lnTo>
                  <a:pt x="2918" y="777138"/>
                </a:lnTo>
                <a:lnTo>
                  <a:pt x="0" y="725549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8380391" y="0"/>
                </a:lnTo>
                <a:lnTo>
                  <a:pt x="8431980" y="2918"/>
                </a:lnTo>
                <a:lnTo>
                  <a:pt x="8482512" y="11549"/>
                </a:lnTo>
                <a:lnTo>
                  <a:pt x="8531542" y="25708"/>
                </a:lnTo>
                <a:lnTo>
                  <a:pt x="8578622" y="45208"/>
                </a:lnTo>
                <a:lnTo>
                  <a:pt x="8623303" y="69866"/>
                </a:lnTo>
                <a:lnTo>
                  <a:pt x="8665138" y="99495"/>
                </a:lnTo>
                <a:lnTo>
                  <a:pt x="8703680" y="133910"/>
                </a:lnTo>
                <a:lnTo>
                  <a:pt x="8738095" y="172452"/>
                </a:lnTo>
                <a:lnTo>
                  <a:pt x="8767724" y="214288"/>
                </a:lnTo>
                <a:lnTo>
                  <a:pt x="8792382" y="258969"/>
                </a:lnTo>
                <a:lnTo>
                  <a:pt x="8811883" y="306048"/>
                </a:lnTo>
                <a:lnTo>
                  <a:pt x="8826042" y="355078"/>
                </a:lnTo>
                <a:lnTo>
                  <a:pt x="8834673" y="405611"/>
                </a:lnTo>
                <a:lnTo>
                  <a:pt x="8837591" y="457199"/>
                </a:lnTo>
                <a:lnTo>
                  <a:pt x="8837591" y="725549"/>
                </a:lnTo>
                <a:lnTo>
                  <a:pt x="8834673" y="777138"/>
                </a:lnTo>
                <a:lnTo>
                  <a:pt x="8826042" y="827671"/>
                </a:lnTo>
                <a:lnTo>
                  <a:pt x="8811883" y="876701"/>
                </a:lnTo>
                <a:lnTo>
                  <a:pt x="8792382" y="923780"/>
                </a:lnTo>
                <a:lnTo>
                  <a:pt x="8767724" y="968461"/>
                </a:lnTo>
                <a:lnTo>
                  <a:pt x="8738095" y="1010296"/>
                </a:lnTo>
                <a:lnTo>
                  <a:pt x="8703680" y="1048838"/>
                </a:lnTo>
                <a:lnTo>
                  <a:pt x="8665138" y="1083253"/>
                </a:lnTo>
                <a:lnTo>
                  <a:pt x="8623303" y="1112882"/>
                </a:lnTo>
                <a:lnTo>
                  <a:pt x="8578622" y="1137540"/>
                </a:lnTo>
                <a:lnTo>
                  <a:pt x="8531542" y="1157041"/>
                </a:lnTo>
                <a:lnTo>
                  <a:pt x="8482512" y="1171200"/>
                </a:lnTo>
                <a:lnTo>
                  <a:pt x="8431980" y="1179831"/>
                </a:lnTo>
                <a:lnTo>
                  <a:pt x="8380391" y="118274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594404" y="1416874"/>
            <a:ext cx="2539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69250" y="1288987"/>
            <a:ext cx="5962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350" b="1">
                <a:solidFill>
                  <a:srgbClr val="D8DEFF"/>
                </a:solidFill>
                <a:latin typeface="Tahoma"/>
                <a:cs typeface="Tahoma"/>
              </a:rPr>
              <a:t>01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288955" y="2436105"/>
            <a:ext cx="8837930" cy="1183005"/>
          </a:xfrm>
          <a:custGeom>
            <a:avLst/>
            <a:gdLst/>
            <a:ahLst/>
            <a:cxnLst/>
            <a:rect l="l" t="t" r="r" b="b"/>
            <a:pathLst>
              <a:path w="8837930" h="1183004">
                <a:moveTo>
                  <a:pt x="8380391" y="1182749"/>
                </a:moveTo>
                <a:lnTo>
                  <a:pt x="457199" y="1182749"/>
                </a:lnTo>
                <a:lnTo>
                  <a:pt x="405611" y="1179831"/>
                </a:lnTo>
                <a:lnTo>
                  <a:pt x="355078" y="1171200"/>
                </a:lnTo>
                <a:lnTo>
                  <a:pt x="306048" y="1157041"/>
                </a:lnTo>
                <a:lnTo>
                  <a:pt x="258969" y="1137540"/>
                </a:lnTo>
                <a:lnTo>
                  <a:pt x="214288" y="1112883"/>
                </a:lnTo>
                <a:lnTo>
                  <a:pt x="172453" y="1083254"/>
                </a:lnTo>
                <a:lnTo>
                  <a:pt x="133911" y="1048838"/>
                </a:lnTo>
                <a:lnTo>
                  <a:pt x="99495" y="1010296"/>
                </a:lnTo>
                <a:lnTo>
                  <a:pt x="69866" y="968461"/>
                </a:lnTo>
                <a:lnTo>
                  <a:pt x="45208" y="923780"/>
                </a:lnTo>
                <a:lnTo>
                  <a:pt x="25708" y="876701"/>
                </a:lnTo>
                <a:lnTo>
                  <a:pt x="11549" y="827671"/>
                </a:lnTo>
                <a:lnTo>
                  <a:pt x="2918" y="777138"/>
                </a:lnTo>
                <a:lnTo>
                  <a:pt x="0" y="725549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8380391" y="0"/>
                </a:lnTo>
                <a:lnTo>
                  <a:pt x="8431980" y="2918"/>
                </a:lnTo>
                <a:lnTo>
                  <a:pt x="8482512" y="11549"/>
                </a:lnTo>
                <a:lnTo>
                  <a:pt x="8531542" y="25708"/>
                </a:lnTo>
                <a:lnTo>
                  <a:pt x="8578622" y="45208"/>
                </a:lnTo>
                <a:lnTo>
                  <a:pt x="8623303" y="69866"/>
                </a:lnTo>
                <a:lnTo>
                  <a:pt x="8665138" y="99495"/>
                </a:lnTo>
                <a:lnTo>
                  <a:pt x="8703680" y="133910"/>
                </a:lnTo>
                <a:lnTo>
                  <a:pt x="8738095" y="172452"/>
                </a:lnTo>
                <a:lnTo>
                  <a:pt x="8767724" y="214288"/>
                </a:lnTo>
                <a:lnTo>
                  <a:pt x="8792382" y="258969"/>
                </a:lnTo>
                <a:lnTo>
                  <a:pt x="8811883" y="306048"/>
                </a:lnTo>
                <a:lnTo>
                  <a:pt x="8826042" y="355078"/>
                </a:lnTo>
                <a:lnTo>
                  <a:pt x="8834673" y="405611"/>
                </a:lnTo>
                <a:lnTo>
                  <a:pt x="8837591" y="457199"/>
                </a:lnTo>
                <a:lnTo>
                  <a:pt x="8837591" y="725549"/>
                </a:lnTo>
                <a:lnTo>
                  <a:pt x="8834673" y="777138"/>
                </a:lnTo>
                <a:lnTo>
                  <a:pt x="8826042" y="827671"/>
                </a:lnTo>
                <a:lnTo>
                  <a:pt x="8811883" y="876701"/>
                </a:lnTo>
                <a:lnTo>
                  <a:pt x="8792382" y="923780"/>
                </a:lnTo>
                <a:lnTo>
                  <a:pt x="8767724" y="968461"/>
                </a:lnTo>
                <a:lnTo>
                  <a:pt x="8738095" y="1010296"/>
                </a:lnTo>
                <a:lnTo>
                  <a:pt x="8703680" y="1048838"/>
                </a:lnTo>
                <a:lnTo>
                  <a:pt x="8665138" y="1083254"/>
                </a:lnTo>
                <a:lnTo>
                  <a:pt x="8623303" y="1112883"/>
                </a:lnTo>
                <a:lnTo>
                  <a:pt x="8578622" y="1137540"/>
                </a:lnTo>
                <a:lnTo>
                  <a:pt x="8531542" y="1157041"/>
                </a:lnTo>
                <a:lnTo>
                  <a:pt x="8482512" y="1171200"/>
                </a:lnTo>
                <a:lnTo>
                  <a:pt x="8431980" y="1179831"/>
                </a:lnTo>
                <a:lnTo>
                  <a:pt x="8380391" y="118274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594404" y="2839591"/>
            <a:ext cx="3088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95" b="1">
                <a:solidFill>
                  <a:srgbClr val="FFFFFF"/>
                </a:solidFill>
                <a:latin typeface="Tahoma"/>
                <a:cs typeface="Tahoma"/>
              </a:rPr>
              <a:t>CADRE</a:t>
            </a:r>
            <a:r>
              <a:rPr dirty="0" sz="24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DU</a:t>
            </a:r>
            <a:r>
              <a:rPr dirty="0" sz="24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5" b="1">
                <a:solidFill>
                  <a:srgbClr val="FFFFFF"/>
                </a:solidFill>
                <a:latin typeface="Tahoma"/>
                <a:cs typeface="Tahoma"/>
              </a:rPr>
              <a:t>PROJET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634621" y="2717280"/>
            <a:ext cx="74358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25" b="1">
                <a:solidFill>
                  <a:srgbClr val="D8DEFF"/>
                </a:solidFill>
                <a:latin typeface="Tahoma"/>
                <a:cs typeface="Tahoma"/>
              </a:rPr>
              <a:t>02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288955" y="3840986"/>
            <a:ext cx="8837930" cy="1183005"/>
          </a:xfrm>
          <a:custGeom>
            <a:avLst/>
            <a:gdLst/>
            <a:ahLst/>
            <a:cxnLst/>
            <a:rect l="l" t="t" r="r" b="b"/>
            <a:pathLst>
              <a:path w="8837930" h="1183004">
                <a:moveTo>
                  <a:pt x="8380391" y="1182749"/>
                </a:moveTo>
                <a:lnTo>
                  <a:pt x="457199" y="1182749"/>
                </a:lnTo>
                <a:lnTo>
                  <a:pt x="405611" y="1179831"/>
                </a:lnTo>
                <a:lnTo>
                  <a:pt x="355078" y="1171200"/>
                </a:lnTo>
                <a:lnTo>
                  <a:pt x="306048" y="1157041"/>
                </a:lnTo>
                <a:lnTo>
                  <a:pt x="258969" y="1137540"/>
                </a:lnTo>
                <a:lnTo>
                  <a:pt x="214288" y="1112882"/>
                </a:lnTo>
                <a:lnTo>
                  <a:pt x="172453" y="1083253"/>
                </a:lnTo>
                <a:lnTo>
                  <a:pt x="133911" y="1048838"/>
                </a:lnTo>
                <a:lnTo>
                  <a:pt x="99495" y="1010296"/>
                </a:lnTo>
                <a:lnTo>
                  <a:pt x="69866" y="968461"/>
                </a:lnTo>
                <a:lnTo>
                  <a:pt x="45208" y="923780"/>
                </a:lnTo>
                <a:lnTo>
                  <a:pt x="25708" y="876701"/>
                </a:lnTo>
                <a:lnTo>
                  <a:pt x="11549" y="827671"/>
                </a:lnTo>
                <a:lnTo>
                  <a:pt x="2918" y="777138"/>
                </a:lnTo>
                <a:lnTo>
                  <a:pt x="0" y="725549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7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8380391" y="0"/>
                </a:lnTo>
                <a:lnTo>
                  <a:pt x="8431980" y="2918"/>
                </a:lnTo>
                <a:lnTo>
                  <a:pt x="8482512" y="11549"/>
                </a:lnTo>
                <a:lnTo>
                  <a:pt x="8531542" y="25707"/>
                </a:lnTo>
                <a:lnTo>
                  <a:pt x="8578622" y="45208"/>
                </a:lnTo>
                <a:lnTo>
                  <a:pt x="8623303" y="69866"/>
                </a:lnTo>
                <a:lnTo>
                  <a:pt x="8665138" y="99495"/>
                </a:lnTo>
                <a:lnTo>
                  <a:pt x="8703680" y="133910"/>
                </a:lnTo>
                <a:lnTo>
                  <a:pt x="8738095" y="172452"/>
                </a:lnTo>
                <a:lnTo>
                  <a:pt x="8767724" y="214288"/>
                </a:lnTo>
                <a:lnTo>
                  <a:pt x="8792382" y="258969"/>
                </a:lnTo>
                <a:lnTo>
                  <a:pt x="8811883" y="306048"/>
                </a:lnTo>
                <a:lnTo>
                  <a:pt x="8826042" y="355078"/>
                </a:lnTo>
                <a:lnTo>
                  <a:pt x="8834673" y="405611"/>
                </a:lnTo>
                <a:lnTo>
                  <a:pt x="8837591" y="457199"/>
                </a:lnTo>
                <a:lnTo>
                  <a:pt x="8837591" y="725549"/>
                </a:lnTo>
                <a:lnTo>
                  <a:pt x="8834673" y="777138"/>
                </a:lnTo>
                <a:lnTo>
                  <a:pt x="8826042" y="827671"/>
                </a:lnTo>
                <a:lnTo>
                  <a:pt x="8811883" y="876701"/>
                </a:lnTo>
                <a:lnTo>
                  <a:pt x="8792382" y="923780"/>
                </a:lnTo>
                <a:lnTo>
                  <a:pt x="8767724" y="968461"/>
                </a:lnTo>
                <a:lnTo>
                  <a:pt x="8738095" y="1010296"/>
                </a:lnTo>
                <a:lnTo>
                  <a:pt x="8703680" y="1048838"/>
                </a:lnTo>
                <a:lnTo>
                  <a:pt x="8665138" y="1083253"/>
                </a:lnTo>
                <a:lnTo>
                  <a:pt x="8623303" y="1112882"/>
                </a:lnTo>
                <a:lnTo>
                  <a:pt x="8578622" y="1137540"/>
                </a:lnTo>
                <a:lnTo>
                  <a:pt x="8531542" y="1157041"/>
                </a:lnTo>
                <a:lnTo>
                  <a:pt x="8482512" y="1171200"/>
                </a:lnTo>
                <a:lnTo>
                  <a:pt x="8431980" y="1179831"/>
                </a:lnTo>
                <a:lnTo>
                  <a:pt x="8380391" y="118274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629032" y="4229160"/>
            <a:ext cx="3809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 b="1">
                <a:solidFill>
                  <a:srgbClr val="FFFFFF"/>
                </a:solidFill>
                <a:latin typeface="Tahoma"/>
                <a:cs typeface="Tahoma"/>
              </a:rPr>
              <a:t>ANALYSE</a:t>
            </a:r>
            <a:r>
              <a:rPr dirty="0" sz="2400" spc="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25" b="1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dirty="0" sz="2400" spc="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35" b="1">
                <a:solidFill>
                  <a:srgbClr val="FFFFFF"/>
                </a:solidFill>
                <a:latin typeface="Tahoma"/>
                <a:cs typeface="Tahoma"/>
              </a:rPr>
              <a:t>BESOINS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634621" y="4118945"/>
            <a:ext cx="7543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75" b="1">
                <a:solidFill>
                  <a:srgbClr val="D8DEFF"/>
                </a:solidFill>
                <a:latin typeface="Tahoma"/>
                <a:cs typeface="Tahoma"/>
              </a:rPr>
              <a:t>03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288955" y="5245866"/>
            <a:ext cx="8837930" cy="1183005"/>
          </a:xfrm>
          <a:custGeom>
            <a:avLst/>
            <a:gdLst/>
            <a:ahLst/>
            <a:cxnLst/>
            <a:rect l="l" t="t" r="r" b="b"/>
            <a:pathLst>
              <a:path w="8837930" h="1183004">
                <a:moveTo>
                  <a:pt x="8380391" y="1182749"/>
                </a:moveTo>
                <a:lnTo>
                  <a:pt x="457199" y="1182749"/>
                </a:lnTo>
                <a:lnTo>
                  <a:pt x="405611" y="1179831"/>
                </a:lnTo>
                <a:lnTo>
                  <a:pt x="355078" y="1171200"/>
                </a:lnTo>
                <a:lnTo>
                  <a:pt x="306048" y="1157041"/>
                </a:lnTo>
                <a:lnTo>
                  <a:pt x="258969" y="1137540"/>
                </a:lnTo>
                <a:lnTo>
                  <a:pt x="214288" y="1112883"/>
                </a:lnTo>
                <a:lnTo>
                  <a:pt x="172453" y="1083254"/>
                </a:lnTo>
                <a:lnTo>
                  <a:pt x="133911" y="1048839"/>
                </a:lnTo>
                <a:lnTo>
                  <a:pt x="99495" y="1010296"/>
                </a:lnTo>
                <a:lnTo>
                  <a:pt x="69866" y="968461"/>
                </a:lnTo>
                <a:lnTo>
                  <a:pt x="45208" y="923780"/>
                </a:lnTo>
                <a:lnTo>
                  <a:pt x="25708" y="876700"/>
                </a:lnTo>
                <a:lnTo>
                  <a:pt x="11549" y="827671"/>
                </a:lnTo>
                <a:lnTo>
                  <a:pt x="2918" y="777138"/>
                </a:lnTo>
                <a:lnTo>
                  <a:pt x="0" y="725549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8380391" y="0"/>
                </a:lnTo>
                <a:lnTo>
                  <a:pt x="8431980" y="2918"/>
                </a:lnTo>
                <a:lnTo>
                  <a:pt x="8482512" y="11549"/>
                </a:lnTo>
                <a:lnTo>
                  <a:pt x="8531542" y="25708"/>
                </a:lnTo>
                <a:lnTo>
                  <a:pt x="8578622" y="45208"/>
                </a:lnTo>
                <a:lnTo>
                  <a:pt x="8623303" y="69866"/>
                </a:lnTo>
                <a:lnTo>
                  <a:pt x="8665138" y="99495"/>
                </a:lnTo>
                <a:lnTo>
                  <a:pt x="8703680" y="133910"/>
                </a:lnTo>
                <a:lnTo>
                  <a:pt x="8738095" y="172453"/>
                </a:lnTo>
                <a:lnTo>
                  <a:pt x="8767724" y="214288"/>
                </a:lnTo>
                <a:lnTo>
                  <a:pt x="8792382" y="258969"/>
                </a:lnTo>
                <a:lnTo>
                  <a:pt x="8811883" y="306048"/>
                </a:lnTo>
                <a:lnTo>
                  <a:pt x="8826042" y="355078"/>
                </a:lnTo>
                <a:lnTo>
                  <a:pt x="8834673" y="405611"/>
                </a:lnTo>
                <a:lnTo>
                  <a:pt x="8837591" y="457199"/>
                </a:lnTo>
                <a:lnTo>
                  <a:pt x="8837591" y="725549"/>
                </a:lnTo>
                <a:lnTo>
                  <a:pt x="8834673" y="777138"/>
                </a:lnTo>
                <a:lnTo>
                  <a:pt x="8826042" y="827671"/>
                </a:lnTo>
                <a:lnTo>
                  <a:pt x="8811883" y="876700"/>
                </a:lnTo>
                <a:lnTo>
                  <a:pt x="8792382" y="923780"/>
                </a:lnTo>
                <a:lnTo>
                  <a:pt x="8767724" y="968461"/>
                </a:lnTo>
                <a:lnTo>
                  <a:pt x="8738095" y="1010296"/>
                </a:lnTo>
                <a:lnTo>
                  <a:pt x="8703680" y="1048839"/>
                </a:lnTo>
                <a:lnTo>
                  <a:pt x="8665138" y="1083254"/>
                </a:lnTo>
                <a:lnTo>
                  <a:pt x="8623303" y="1112883"/>
                </a:lnTo>
                <a:lnTo>
                  <a:pt x="8578622" y="1137540"/>
                </a:lnTo>
                <a:lnTo>
                  <a:pt x="8531542" y="1157041"/>
                </a:lnTo>
                <a:lnTo>
                  <a:pt x="8482512" y="1171200"/>
                </a:lnTo>
                <a:lnTo>
                  <a:pt x="8431980" y="1179831"/>
                </a:lnTo>
                <a:lnTo>
                  <a:pt x="8380391" y="118274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629032" y="5656829"/>
            <a:ext cx="708088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 b="1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r>
              <a:rPr dirty="0" sz="24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50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24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CHOIX</a:t>
            </a: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35" b="1">
                <a:solidFill>
                  <a:srgbClr val="FFFFFF"/>
                </a:solidFill>
                <a:latin typeface="Tahoma"/>
                <a:cs typeface="Tahoma"/>
              </a:rPr>
              <a:t>TECHNOLOGIQUE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634621" y="5527041"/>
            <a:ext cx="74803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50" b="1">
                <a:solidFill>
                  <a:srgbClr val="D8DEFF"/>
                </a:solidFill>
                <a:latin typeface="Tahoma"/>
                <a:cs typeface="Tahoma"/>
              </a:rPr>
              <a:t>04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288955" y="6668145"/>
            <a:ext cx="8837930" cy="1183005"/>
          </a:xfrm>
          <a:custGeom>
            <a:avLst/>
            <a:gdLst/>
            <a:ahLst/>
            <a:cxnLst/>
            <a:rect l="l" t="t" r="r" b="b"/>
            <a:pathLst>
              <a:path w="8837930" h="1183004">
                <a:moveTo>
                  <a:pt x="8380391" y="1182749"/>
                </a:moveTo>
                <a:lnTo>
                  <a:pt x="457199" y="1182749"/>
                </a:lnTo>
                <a:lnTo>
                  <a:pt x="405611" y="1179831"/>
                </a:lnTo>
                <a:lnTo>
                  <a:pt x="355078" y="1171200"/>
                </a:lnTo>
                <a:lnTo>
                  <a:pt x="306048" y="1157041"/>
                </a:lnTo>
                <a:lnTo>
                  <a:pt x="258969" y="1137540"/>
                </a:lnTo>
                <a:lnTo>
                  <a:pt x="214288" y="1112882"/>
                </a:lnTo>
                <a:lnTo>
                  <a:pt x="172453" y="1083253"/>
                </a:lnTo>
                <a:lnTo>
                  <a:pt x="133911" y="1048838"/>
                </a:lnTo>
                <a:lnTo>
                  <a:pt x="99495" y="1010296"/>
                </a:lnTo>
                <a:lnTo>
                  <a:pt x="69866" y="968461"/>
                </a:lnTo>
                <a:lnTo>
                  <a:pt x="45208" y="923780"/>
                </a:lnTo>
                <a:lnTo>
                  <a:pt x="25708" y="876701"/>
                </a:lnTo>
                <a:lnTo>
                  <a:pt x="11549" y="827671"/>
                </a:lnTo>
                <a:lnTo>
                  <a:pt x="2918" y="777138"/>
                </a:lnTo>
                <a:lnTo>
                  <a:pt x="0" y="725549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1" y="133911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7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8380391" y="0"/>
                </a:lnTo>
                <a:lnTo>
                  <a:pt x="8431980" y="2918"/>
                </a:lnTo>
                <a:lnTo>
                  <a:pt x="8482512" y="11549"/>
                </a:lnTo>
                <a:lnTo>
                  <a:pt x="8531542" y="25707"/>
                </a:lnTo>
                <a:lnTo>
                  <a:pt x="8578622" y="45208"/>
                </a:lnTo>
                <a:lnTo>
                  <a:pt x="8623303" y="69866"/>
                </a:lnTo>
                <a:lnTo>
                  <a:pt x="8665138" y="99495"/>
                </a:lnTo>
                <a:lnTo>
                  <a:pt x="8703680" y="133911"/>
                </a:lnTo>
                <a:lnTo>
                  <a:pt x="8738095" y="172453"/>
                </a:lnTo>
                <a:lnTo>
                  <a:pt x="8767724" y="214288"/>
                </a:lnTo>
                <a:lnTo>
                  <a:pt x="8792382" y="258969"/>
                </a:lnTo>
                <a:lnTo>
                  <a:pt x="8811883" y="306048"/>
                </a:lnTo>
                <a:lnTo>
                  <a:pt x="8826042" y="355078"/>
                </a:lnTo>
                <a:lnTo>
                  <a:pt x="8834673" y="405611"/>
                </a:lnTo>
                <a:lnTo>
                  <a:pt x="8837591" y="457199"/>
                </a:lnTo>
                <a:lnTo>
                  <a:pt x="8837591" y="725549"/>
                </a:lnTo>
                <a:lnTo>
                  <a:pt x="8834673" y="777138"/>
                </a:lnTo>
                <a:lnTo>
                  <a:pt x="8826042" y="827671"/>
                </a:lnTo>
                <a:lnTo>
                  <a:pt x="8811883" y="876701"/>
                </a:lnTo>
                <a:lnTo>
                  <a:pt x="8792382" y="923780"/>
                </a:lnTo>
                <a:lnTo>
                  <a:pt x="8767724" y="968461"/>
                </a:lnTo>
                <a:lnTo>
                  <a:pt x="8738095" y="1010296"/>
                </a:lnTo>
                <a:lnTo>
                  <a:pt x="8703680" y="1048838"/>
                </a:lnTo>
                <a:lnTo>
                  <a:pt x="8665138" y="1083253"/>
                </a:lnTo>
                <a:lnTo>
                  <a:pt x="8623303" y="1112882"/>
                </a:lnTo>
                <a:lnTo>
                  <a:pt x="8578622" y="1137540"/>
                </a:lnTo>
                <a:lnTo>
                  <a:pt x="8531542" y="1157041"/>
                </a:lnTo>
                <a:lnTo>
                  <a:pt x="8482512" y="1171200"/>
                </a:lnTo>
                <a:lnTo>
                  <a:pt x="8431980" y="1179831"/>
                </a:lnTo>
                <a:lnTo>
                  <a:pt x="8380391" y="118274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8594404" y="7071235"/>
            <a:ext cx="21818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RÉALISATION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634621" y="6946104"/>
            <a:ext cx="7493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50" b="1">
                <a:solidFill>
                  <a:srgbClr val="D8DEFF"/>
                </a:solidFill>
                <a:latin typeface="Tahoma"/>
                <a:cs typeface="Tahoma"/>
              </a:rPr>
              <a:t>05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288955" y="8075551"/>
            <a:ext cx="8837930" cy="1183005"/>
          </a:xfrm>
          <a:custGeom>
            <a:avLst/>
            <a:gdLst/>
            <a:ahLst/>
            <a:cxnLst/>
            <a:rect l="l" t="t" r="r" b="b"/>
            <a:pathLst>
              <a:path w="8837930" h="1183004">
                <a:moveTo>
                  <a:pt x="8380391" y="1182749"/>
                </a:moveTo>
                <a:lnTo>
                  <a:pt x="457199" y="1182749"/>
                </a:lnTo>
                <a:lnTo>
                  <a:pt x="405611" y="1179831"/>
                </a:lnTo>
                <a:lnTo>
                  <a:pt x="355078" y="1171200"/>
                </a:lnTo>
                <a:lnTo>
                  <a:pt x="306048" y="1157041"/>
                </a:lnTo>
                <a:lnTo>
                  <a:pt x="258969" y="1137540"/>
                </a:lnTo>
                <a:lnTo>
                  <a:pt x="214288" y="1112883"/>
                </a:lnTo>
                <a:lnTo>
                  <a:pt x="172453" y="1083254"/>
                </a:lnTo>
                <a:lnTo>
                  <a:pt x="133911" y="1048838"/>
                </a:lnTo>
                <a:lnTo>
                  <a:pt x="99495" y="1010296"/>
                </a:lnTo>
                <a:lnTo>
                  <a:pt x="69866" y="968461"/>
                </a:lnTo>
                <a:lnTo>
                  <a:pt x="45208" y="923780"/>
                </a:lnTo>
                <a:lnTo>
                  <a:pt x="25708" y="876701"/>
                </a:lnTo>
                <a:lnTo>
                  <a:pt x="11549" y="827671"/>
                </a:lnTo>
                <a:lnTo>
                  <a:pt x="2918" y="777138"/>
                </a:lnTo>
                <a:lnTo>
                  <a:pt x="0" y="725549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1" y="133911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8380391" y="0"/>
                </a:lnTo>
                <a:lnTo>
                  <a:pt x="8431980" y="2918"/>
                </a:lnTo>
                <a:lnTo>
                  <a:pt x="8482512" y="11549"/>
                </a:lnTo>
                <a:lnTo>
                  <a:pt x="8531542" y="25708"/>
                </a:lnTo>
                <a:lnTo>
                  <a:pt x="8578622" y="45208"/>
                </a:lnTo>
                <a:lnTo>
                  <a:pt x="8623303" y="69866"/>
                </a:lnTo>
                <a:lnTo>
                  <a:pt x="8665138" y="99495"/>
                </a:lnTo>
                <a:lnTo>
                  <a:pt x="8703680" y="133911"/>
                </a:lnTo>
                <a:lnTo>
                  <a:pt x="8738095" y="172453"/>
                </a:lnTo>
                <a:lnTo>
                  <a:pt x="8767724" y="214288"/>
                </a:lnTo>
                <a:lnTo>
                  <a:pt x="8792382" y="258969"/>
                </a:lnTo>
                <a:lnTo>
                  <a:pt x="8811883" y="306048"/>
                </a:lnTo>
                <a:lnTo>
                  <a:pt x="8826042" y="355078"/>
                </a:lnTo>
                <a:lnTo>
                  <a:pt x="8834673" y="405611"/>
                </a:lnTo>
                <a:lnTo>
                  <a:pt x="8837591" y="457199"/>
                </a:lnTo>
                <a:lnTo>
                  <a:pt x="8837591" y="725549"/>
                </a:lnTo>
                <a:lnTo>
                  <a:pt x="8834673" y="777138"/>
                </a:lnTo>
                <a:lnTo>
                  <a:pt x="8826042" y="827671"/>
                </a:lnTo>
                <a:lnTo>
                  <a:pt x="8811883" y="876701"/>
                </a:lnTo>
                <a:lnTo>
                  <a:pt x="8792382" y="923780"/>
                </a:lnTo>
                <a:lnTo>
                  <a:pt x="8767724" y="968461"/>
                </a:lnTo>
                <a:lnTo>
                  <a:pt x="8738095" y="1010296"/>
                </a:lnTo>
                <a:lnTo>
                  <a:pt x="8703680" y="1048838"/>
                </a:lnTo>
                <a:lnTo>
                  <a:pt x="8665138" y="1083254"/>
                </a:lnTo>
                <a:lnTo>
                  <a:pt x="8623303" y="1112883"/>
                </a:lnTo>
                <a:lnTo>
                  <a:pt x="8578622" y="1137540"/>
                </a:lnTo>
                <a:lnTo>
                  <a:pt x="8531542" y="1157041"/>
                </a:lnTo>
                <a:lnTo>
                  <a:pt x="8482512" y="1171200"/>
                </a:lnTo>
                <a:lnTo>
                  <a:pt x="8431980" y="1179831"/>
                </a:lnTo>
                <a:lnTo>
                  <a:pt x="8380391" y="118274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8594404" y="8474168"/>
            <a:ext cx="5261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 b="1">
                <a:solidFill>
                  <a:srgbClr val="FFFFFF"/>
                </a:solidFill>
                <a:latin typeface="Tahoma"/>
                <a:cs typeface="Tahoma"/>
              </a:rPr>
              <a:t>CONCLUSION</a:t>
            </a:r>
            <a:r>
              <a:rPr dirty="0" sz="240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50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240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5" b="1">
                <a:solidFill>
                  <a:srgbClr val="FFFFFF"/>
                </a:solidFill>
                <a:latin typeface="Tahoma"/>
                <a:cs typeface="Tahoma"/>
              </a:rPr>
              <a:t>PERSPECTIVES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3</a:t>
            </a:fld>
          </a:p>
        </p:txBody>
      </p:sp>
      <p:sp>
        <p:nvSpPr>
          <p:cNvPr id="22" name="object 22" descr=""/>
          <p:cNvSpPr txBox="1"/>
          <p:nvPr/>
        </p:nvSpPr>
        <p:spPr>
          <a:xfrm>
            <a:off x="7634621" y="8356725"/>
            <a:ext cx="7620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300" b="1">
                <a:solidFill>
                  <a:srgbClr val="D8DEFF"/>
                </a:solidFill>
                <a:latin typeface="Tahoma"/>
                <a:cs typeface="Tahoma"/>
              </a:rPr>
              <a:t>06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131414" y="0"/>
            <a:ext cx="4156710" cy="10285095"/>
          </a:xfrm>
          <a:custGeom>
            <a:avLst/>
            <a:gdLst/>
            <a:ahLst/>
            <a:cxnLst/>
            <a:rect l="l" t="t" r="r" b="b"/>
            <a:pathLst>
              <a:path w="4156709" h="10285095">
                <a:moveTo>
                  <a:pt x="4156584" y="10284939"/>
                </a:moveTo>
                <a:lnTo>
                  <a:pt x="0" y="10284939"/>
                </a:lnTo>
                <a:lnTo>
                  <a:pt x="963482" y="0"/>
                </a:lnTo>
                <a:lnTo>
                  <a:pt x="4156584" y="0"/>
                </a:lnTo>
                <a:lnTo>
                  <a:pt x="4156584" y="10284939"/>
                </a:lnTo>
                <a:close/>
              </a:path>
            </a:pathLst>
          </a:custGeom>
          <a:solidFill>
            <a:srgbClr val="E2E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140148" y="8887973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079291" y="9510622"/>
            <a:ext cx="75565" cy="776605"/>
          </a:xfrm>
          <a:custGeom>
            <a:avLst/>
            <a:gdLst/>
            <a:ahLst/>
            <a:cxnLst/>
            <a:rect l="l" t="t" r="r" b="b"/>
            <a:pathLst>
              <a:path w="75565" h="776604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1241" y="139699"/>
                </a:lnTo>
                <a:lnTo>
                  <a:pt x="2808" y="185544"/>
                </a:lnTo>
                <a:lnTo>
                  <a:pt x="5023" y="233547"/>
                </a:lnTo>
                <a:lnTo>
                  <a:pt x="7862" y="281386"/>
                </a:lnTo>
                <a:lnTo>
                  <a:pt x="11219" y="329064"/>
                </a:lnTo>
                <a:lnTo>
                  <a:pt x="11319" y="330200"/>
                </a:lnTo>
                <a:lnTo>
                  <a:pt x="15397" y="376550"/>
                </a:lnTo>
                <a:lnTo>
                  <a:pt x="20085" y="423868"/>
                </a:lnTo>
                <a:lnTo>
                  <a:pt x="25380" y="471005"/>
                </a:lnTo>
                <a:lnTo>
                  <a:pt x="31280" y="517956"/>
                </a:lnTo>
                <a:lnTo>
                  <a:pt x="37780" y="564718"/>
                </a:lnTo>
                <a:lnTo>
                  <a:pt x="44876" y="611287"/>
                </a:lnTo>
                <a:lnTo>
                  <a:pt x="52564" y="657658"/>
                </a:lnTo>
                <a:lnTo>
                  <a:pt x="60840" y="703828"/>
                </a:lnTo>
                <a:lnTo>
                  <a:pt x="69700" y="749793"/>
                </a:lnTo>
                <a:lnTo>
                  <a:pt x="75185" y="776376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212635" y="9406244"/>
            <a:ext cx="75565" cy="881380"/>
          </a:xfrm>
          <a:custGeom>
            <a:avLst/>
            <a:gdLst/>
            <a:ahLst/>
            <a:cxnLst/>
            <a:rect l="l" t="t" r="r" b="b"/>
            <a:pathLst>
              <a:path w="75565" h="881379">
                <a:moveTo>
                  <a:pt x="0" y="880755"/>
                </a:moveTo>
                <a:lnTo>
                  <a:pt x="14345" y="808207"/>
                </a:lnTo>
                <a:lnTo>
                  <a:pt x="22621" y="762037"/>
                </a:lnTo>
                <a:lnTo>
                  <a:pt x="30309" y="715665"/>
                </a:lnTo>
                <a:lnTo>
                  <a:pt x="37405" y="669097"/>
                </a:lnTo>
                <a:lnTo>
                  <a:pt x="43905" y="622335"/>
                </a:lnTo>
                <a:lnTo>
                  <a:pt x="49804" y="575383"/>
                </a:lnTo>
                <a:lnTo>
                  <a:pt x="55100" y="528247"/>
                </a:lnTo>
                <a:lnTo>
                  <a:pt x="59787" y="480929"/>
                </a:lnTo>
                <a:lnTo>
                  <a:pt x="63765" y="434570"/>
                </a:lnTo>
                <a:lnTo>
                  <a:pt x="63871" y="433434"/>
                </a:lnTo>
                <a:lnTo>
                  <a:pt x="67322" y="385764"/>
                </a:lnTo>
                <a:lnTo>
                  <a:pt x="70162" y="337926"/>
                </a:lnTo>
                <a:lnTo>
                  <a:pt x="72377" y="289922"/>
                </a:lnTo>
                <a:lnTo>
                  <a:pt x="73888" y="244076"/>
                </a:lnTo>
                <a:lnTo>
                  <a:pt x="75029" y="193435"/>
                </a:lnTo>
                <a:lnTo>
                  <a:pt x="75274" y="144958"/>
                </a:lnTo>
                <a:lnTo>
                  <a:pt x="74977" y="104378"/>
                </a:lnTo>
                <a:lnTo>
                  <a:pt x="74820" y="96484"/>
                </a:lnTo>
                <a:lnTo>
                  <a:pt x="74060" y="53577"/>
                </a:lnTo>
                <a:lnTo>
                  <a:pt x="73881" y="48163"/>
                </a:lnTo>
                <a:lnTo>
                  <a:pt x="72464" y="2776"/>
                </a:lnTo>
                <a:lnTo>
                  <a:pt x="7229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226961" y="8887959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82" y="352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7900" y="3378103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59" h="10795">
                <a:moveTo>
                  <a:pt x="0" y="0"/>
                </a:moveTo>
                <a:lnTo>
                  <a:pt x="25202" y="2395"/>
                </a:lnTo>
                <a:lnTo>
                  <a:pt x="72707" y="6086"/>
                </a:lnTo>
                <a:lnTo>
                  <a:pt x="120435" y="8969"/>
                </a:lnTo>
                <a:lnTo>
                  <a:pt x="162067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95603" y="3378103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59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7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17857" y="3365403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0"/>
                </a:moveTo>
                <a:lnTo>
                  <a:pt x="40929" y="5314"/>
                </a:lnTo>
                <a:lnTo>
                  <a:pt x="87969" y="10602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7671" y="3365403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12699"/>
                </a:moveTo>
                <a:lnTo>
                  <a:pt x="22073" y="10602"/>
                </a:lnTo>
                <a:lnTo>
                  <a:pt x="69113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34622" y="3352703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20" h="12700">
                <a:moveTo>
                  <a:pt x="0" y="0"/>
                </a:moveTo>
                <a:lnTo>
                  <a:pt x="30819" y="5081"/>
                </a:lnTo>
                <a:lnTo>
                  <a:pt x="77367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67714" y="3352703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7" y="11938"/>
                </a:lnTo>
                <a:lnTo>
                  <a:pt x="52414" y="5081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0" y="3326628"/>
            <a:ext cx="134620" cy="26670"/>
          </a:xfrm>
          <a:custGeom>
            <a:avLst/>
            <a:gdLst/>
            <a:ahLst/>
            <a:cxnLst/>
            <a:rect l="l" t="t" r="r" b="b"/>
            <a:pathLst>
              <a:path w="134620" h="26670">
                <a:moveTo>
                  <a:pt x="0" y="0"/>
                </a:moveTo>
                <a:lnTo>
                  <a:pt x="27367" y="5965"/>
                </a:lnTo>
                <a:lnTo>
                  <a:pt x="73124" y="15125"/>
                </a:lnTo>
                <a:lnTo>
                  <a:pt x="119151" y="23524"/>
                </a:lnTo>
                <a:lnTo>
                  <a:pt x="134622" y="2607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050948" y="744678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8" y="2597075"/>
                </a:lnTo>
                <a:lnTo>
                  <a:pt x="107255" y="2587915"/>
                </a:lnTo>
                <a:lnTo>
                  <a:pt x="152736" y="2578001"/>
                </a:lnTo>
                <a:lnTo>
                  <a:pt x="197932" y="2567340"/>
                </a:lnTo>
                <a:lnTo>
                  <a:pt x="242838" y="2555939"/>
                </a:lnTo>
                <a:lnTo>
                  <a:pt x="276572" y="2546762"/>
                </a:lnTo>
              </a:path>
              <a:path w="2289175" h="2608579">
                <a:moveTo>
                  <a:pt x="331778" y="2531037"/>
                </a:moveTo>
                <a:lnTo>
                  <a:pt x="375745" y="2517361"/>
                </a:lnTo>
                <a:lnTo>
                  <a:pt x="419420" y="2503067"/>
                </a:lnTo>
                <a:lnTo>
                  <a:pt x="462771" y="2488066"/>
                </a:lnTo>
                <a:lnTo>
                  <a:pt x="505790" y="2472366"/>
                </a:lnTo>
                <a:lnTo>
                  <a:pt x="548471" y="2455973"/>
                </a:lnTo>
                <a:lnTo>
                  <a:pt x="590807" y="2438894"/>
                </a:lnTo>
                <a:lnTo>
                  <a:pt x="632791" y="2421137"/>
                </a:lnTo>
                <a:lnTo>
                  <a:pt x="674417" y="2402707"/>
                </a:lnTo>
                <a:lnTo>
                  <a:pt x="715677" y="2383612"/>
                </a:lnTo>
                <a:lnTo>
                  <a:pt x="756564" y="2363858"/>
                </a:lnTo>
                <a:lnTo>
                  <a:pt x="797072" y="2343453"/>
                </a:lnTo>
                <a:lnTo>
                  <a:pt x="837194" y="2322402"/>
                </a:lnTo>
                <a:lnTo>
                  <a:pt x="876924" y="2300714"/>
                </a:lnTo>
                <a:lnTo>
                  <a:pt x="916254" y="2278394"/>
                </a:lnTo>
                <a:lnTo>
                  <a:pt x="955177" y="2255450"/>
                </a:lnTo>
                <a:lnTo>
                  <a:pt x="993687" y="2231888"/>
                </a:lnTo>
                <a:lnTo>
                  <a:pt x="1031777" y="2207715"/>
                </a:lnTo>
                <a:lnTo>
                  <a:pt x="1069441" y="2182938"/>
                </a:lnTo>
                <a:lnTo>
                  <a:pt x="1106670" y="2157564"/>
                </a:lnTo>
                <a:lnTo>
                  <a:pt x="1143459" y="2131600"/>
                </a:lnTo>
                <a:lnTo>
                  <a:pt x="1179801" y="2105052"/>
                </a:lnTo>
                <a:lnTo>
                  <a:pt x="1215689" y="2077927"/>
                </a:lnTo>
                <a:lnTo>
                  <a:pt x="1251115" y="2050232"/>
                </a:lnTo>
                <a:lnTo>
                  <a:pt x="1286074" y="2021974"/>
                </a:lnTo>
                <a:lnTo>
                  <a:pt x="1320559" y="1993160"/>
                </a:lnTo>
                <a:lnTo>
                  <a:pt x="1354561" y="1963796"/>
                </a:lnTo>
                <a:lnTo>
                  <a:pt x="1388076" y="1933889"/>
                </a:lnTo>
                <a:lnTo>
                  <a:pt x="1421096" y="1903447"/>
                </a:lnTo>
                <a:lnTo>
                  <a:pt x="1453614" y="1872475"/>
                </a:lnTo>
                <a:lnTo>
                  <a:pt x="1485623" y="1840982"/>
                </a:lnTo>
                <a:lnTo>
                  <a:pt x="1517117" y="1808972"/>
                </a:lnTo>
                <a:lnTo>
                  <a:pt x="1548088" y="1776455"/>
                </a:lnTo>
                <a:lnTo>
                  <a:pt x="1578531" y="1743435"/>
                </a:lnTo>
                <a:lnTo>
                  <a:pt x="1608437" y="1709920"/>
                </a:lnTo>
                <a:lnTo>
                  <a:pt x="1637801" y="1675917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8" y="1571047"/>
                </a:lnTo>
                <a:lnTo>
                  <a:pt x="1749693" y="1535160"/>
                </a:lnTo>
                <a:lnTo>
                  <a:pt x="1776241" y="1498818"/>
                </a:lnTo>
                <a:lnTo>
                  <a:pt x="1802206" y="1462029"/>
                </a:lnTo>
                <a:lnTo>
                  <a:pt x="1827580" y="1424799"/>
                </a:lnTo>
                <a:lnTo>
                  <a:pt x="1852357" y="1387136"/>
                </a:lnTo>
                <a:lnTo>
                  <a:pt x="1876529" y="1349046"/>
                </a:lnTo>
                <a:lnTo>
                  <a:pt x="1900091" y="1310536"/>
                </a:lnTo>
                <a:lnTo>
                  <a:pt x="1923036" y="1271612"/>
                </a:lnTo>
                <a:lnTo>
                  <a:pt x="1945355" y="1232283"/>
                </a:lnTo>
                <a:lnTo>
                  <a:pt x="1967044" y="1192553"/>
                </a:lnTo>
                <a:lnTo>
                  <a:pt x="1988094" y="1152431"/>
                </a:lnTo>
                <a:lnTo>
                  <a:pt x="2008500" y="1111923"/>
                </a:lnTo>
                <a:lnTo>
                  <a:pt x="2028140" y="1071270"/>
                </a:lnTo>
                <a:lnTo>
                  <a:pt x="2028257" y="1071037"/>
                </a:lnTo>
                <a:lnTo>
                  <a:pt x="2047348" y="1029775"/>
                </a:lnTo>
                <a:lnTo>
                  <a:pt x="2065778" y="988150"/>
                </a:lnTo>
                <a:lnTo>
                  <a:pt x="2083536" y="946166"/>
                </a:lnTo>
                <a:lnTo>
                  <a:pt x="2100614" y="903830"/>
                </a:lnTo>
                <a:lnTo>
                  <a:pt x="2117007" y="861149"/>
                </a:lnTo>
                <a:lnTo>
                  <a:pt x="2132707" y="818129"/>
                </a:lnTo>
                <a:lnTo>
                  <a:pt x="2147708" y="774779"/>
                </a:lnTo>
                <a:lnTo>
                  <a:pt x="2162003" y="731103"/>
                </a:lnTo>
                <a:lnTo>
                  <a:pt x="2175584" y="687110"/>
                </a:lnTo>
                <a:lnTo>
                  <a:pt x="2188446" y="642805"/>
                </a:lnTo>
                <a:lnTo>
                  <a:pt x="2200580" y="598197"/>
                </a:lnTo>
                <a:lnTo>
                  <a:pt x="2211982" y="553291"/>
                </a:lnTo>
                <a:lnTo>
                  <a:pt x="2222643" y="508094"/>
                </a:lnTo>
                <a:lnTo>
                  <a:pt x="2232557" y="462614"/>
                </a:lnTo>
                <a:lnTo>
                  <a:pt x="2241717" y="416856"/>
                </a:lnTo>
                <a:lnTo>
                  <a:pt x="2250116" y="370829"/>
                </a:lnTo>
                <a:lnTo>
                  <a:pt x="2257747" y="324538"/>
                </a:lnTo>
                <a:lnTo>
                  <a:pt x="2264604" y="277991"/>
                </a:lnTo>
                <a:lnTo>
                  <a:pt x="2270680" y="231194"/>
                </a:lnTo>
                <a:lnTo>
                  <a:pt x="2275968" y="184154"/>
                </a:lnTo>
                <a:lnTo>
                  <a:pt x="2280461" y="136878"/>
                </a:lnTo>
                <a:lnTo>
                  <a:pt x="2284153" y="89372"/>
                </a:lnTo>
                <a:lnTo>
                  <a:pt x="2286977" y="42621"/>
                </a:lnTo>
                <a:lnTo>
                  <a:pt x="2287032" y="41644"/>
                </a:lnTo>
                <a:lnTo>
                  <a:pt x="2288831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326891" y="354918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81" y="579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1847" y="3533809"/>
            <a:ext cx="2571749" cy="25717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0926" y="3842951"/>
            <a:ext cx="2466974" cy="209549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9981" y="3821992"/>
            <a:ext cx="2438399" cy="2438399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3291332" y="6389902"/>
            <a:ext cx="2609850" cy="90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3185">
              <a:lnSpc>
                <a:spcPct val="114999"/>
              </a:lnSpc>
              <a:spcBef>
                <a:spcPts val="100"/>
              </a:spcBef>
            </a:pPr>
            <a:r>
              <a:rPr dirty="0" sz="2500" b="1">
                <a:solidFill>
                  <a:srgbClr val="4F86EC"/>
                </a:solidFill>
                <a:latin typeface="Trebuchet MS"/>
                <a:cs typeface="Trebuchet MS"/>
              </a:rPr>
              <a:t>Évolution</a:t>
            </a:r>
            <a:r>
              <a:rPr dirty="0" sz="2500" spc="10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4F86EC"/>
                </a:solidFill>
                <a:latin typeface="Trebuchet MS"/>
                <a:cs typeface="Trebuchet MS"/>
              </a:rPr>
              <a:t>rapide </a:t>
            </a:r>
            <a:r>
              <a:rPr dirty="0" sz="2500" spc="75" b="1">
                <a:solidFill>
                  <a:srgbClr val="4F86EC"/>
                </a:solidFill>
                <a:latin typeface="Trebuchet MS"/>
                <a:cs typeface="Trebuchet MS"/>
              </a:rPr>
              <a:t>de</a:t>
            </a:r>
            <a:r>
              <a:rPr dirty="0" sz="2500" spc="-270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4F86EC"/>
                </a:solidFill>
                <a:latin typeface="Trebuchet MS"/>
                <a:cs typeface="Trebuchet MS"/>
              </a:rPr>
              <a:t>l’informatique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3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11815271" y="6447090"/>
            <a:ext cx="23780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4F86EC"/>
                </a:solidFill>
                <a:latin typeface="Trebuchet MS"/>
                <a:cs typeface="Trebuchet MS"/>
              </a:rPr>
              <a:t>Référentiel</a:t>
            </a:r>
            <a:r>
              <a:rPr dirty="0" sz="2500" spc="-70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500" spc="-20" b="1">
                <a:solidFill>
                  <a:srgbClr val="4F86EC"/>
                </a:solidFill>
                <a:latin typeface="Trebuchet MS"/>
                <a:cs typeface="Trebuchet MS"/>
              </a:rPr>
              <a:t>ITIL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372263" y="6447090"/>
            <a:ext cx="27184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4F86EC"/>
                </a:solidFill>
                <a:latin typeface="Trebuchet MS"/>
                <a:cs typeface="Trebuchet MS"/>
              </a:rPr>
              <a:t>Solution</a:t>
            </a:r>
            <a:r>
              <a:rPr dirty="0" sz="2500" spc="50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4F86EC"/>
                </a:solidFill>
                <a:latin typeface="Trebuchet MS"/>
                <a:cs typeface="Trebuchet MS"/>
              </a:rPr>
              <a:t>moderne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-830"/>
              <a:t>01</a:t>
            </a:r>
            <a:r>
              <a:rPr dirty="0" sz="7000" spc="835"/>
              <a:t> </a:t>
            </a:r>
            <a:r>
              <a:rPr dirty="0" sz="7000" spc="-710"/>
              <a:t>I</a:t>
            </a:r>
            <a:r>
              <a:rPr dirty="0" sz="7000" spc="-420"/>
              <a:t>N</a:t>
            </a:r>
            <a:r>
              <a:rPr dirty="0" sz="7000" spc="-380"/>
              <a:t>T</a:t>
            </a:r>
            <a:r>
              <a:rPr dirty="0" sz="7000" spc="-430"/>
              <a:t>RO</a:t>
            </a:r>
            <a:r>
              <a:rPr dirty="0" sz="7000" spc="-425"/>
              <a:t>DU</a:t>
            </a:r>
            <a:r>
              <a:rPr dirty="0" sz="7000" spc="-375"/>
              <a:t>C</a:t>
            </a:r>
            <a:r>
              <a:rPr dirty="0" sz="7000" spc="-380"/>
              <a:t>T</a:t>
            </a:r>
            <a:r>
              <a:rPr dirty="0" sz="7000" spc="-710"/>
              <a:t>I</a:t>
            </a:r>
            <a:r>
              <a:rPr dirty="0" sz="7000" spc="-430"/>
              <a:t>O</a:t>
            </a:r>
            <a:r>
              <a:rPr dirty="0" sz="7000" spc="20"/>
              <a:t>N</a:t>
            </a:r>
            <a:endParaRPr sz="7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618461" y="8084589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557603" y="8707238"/>
            <a:ext cx="344805" cy="1579880"/>
          </a:xfrm>
          <a:custGeom>
            <a:avLst/>
            <a:gdLst/>
            <a:ahLst/>
            <a:cxnLst/>
            <a:rect l="l" t="t" r="r" b="b"/>
            <a:pathLst>
              <a:path w="344805" h="1579879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2808" y="185544"/>
                </a:lnTo>
                <a:lnTo>
                  <a:pt x="5023" y="233548"/>
                </a:lnTo>
                <a:lnTo>
                  <a:pt x="7862" y="281386"/>
                </a:lnTo>
                <a:lnTo>
                  <a:pt x="11219" y="329064"/>
                </a:lnTo>
                <a:lnTo>
                  <a:pt x="11319" y="330200"/>
                </a:lnTo>
                <a:lnTo>
                  <a:pt x="15397" y="376550"/>
                </a:lnTo>
                <a:lnTo>
                  <a:pt x="20085" y="423868"/>
                </a:lnTo>
                <a:lnTo>
                  <a:pt x="25380" y="471005"/>
                </a:lnTo>
                <a:lnTo>
                  <a:pt x="31280" y="517956"/>
                </a:lnTo>
                <a:lnTo>
                  <a:pt x="37780" y="564718"/>
                </a:lnTo>
                <a:lnTo>
                  <a:pt x="44876" y="611287"/>
                </a:lnTo>
                <a:lnTo>
                  <a:pt x="52564" y="657658"/>
                </a:lnTo>
                <a:lnTo>
                  <a:pt x="60840" y="703828"/>
                </a:lnTo>
                <a:lnTo>
                  <a:pt x="69700" y="749793"/>
                </a:lnTo>
                <a:lnTo>
                  <a:pt x="79141" y="795548"/>
                </a:lnTo>
                <a:lnTo>
                  <a:pt x="89157" y="841091"/>
                </a:lnTo>
                <a:lnTo>
                  <a:pt x="99746" y="886415"/>
                </a:lnTo>
                <a:lnTo>
                  <a:pt x="110903" y="931519"/>
                </a:lnTo>
                <a:lnTo>
                  <a:pt x="122625" y="976397"/>
                </a:lnTo>
                <a:lnTo>
                  <a:pt x="134906" y="1021046"/>
                </a:lnTo>
                <a:lnTo>
                  <a:pt x="147744" y="1065462"/>
                </a:lnTo>
                <a:lnTo>
                  <a:pt x="161134" y="1109641"/>
                </a:lnTo>
                <a:lnTo>
                  <a:pt x="175072" y="1153579"/>
                </a:lnTo>
                <a:lnTo>
                  <a:pt x="189554" y="1197271"/>
                </a:lnTo>
                <a:lnTo>
                  <a:pt x="204577" y="1240714"/>
                </a:lnTo>
                <a:lnTo>
                  <a:pt x="220136" y="1283904"/>
                </a:lnTo>
                <a:lnTo>
                  <a:pt x="236228" y="1326837"/>
                </a:lnTo>
                <a:lnTo>
                  <a:pt x="252847" y="1369508"/>
                </a:lnTo>
                <a:lnTo>
                  <a:pt x="269991" y="1411915"/>
                </a:lnTo>
                <a:lnTo>
                  <a:pt x="287656" y="1454053"/>
                </a:lnTo>
                <a:lnTo>
                  <a:pt x="305836" y="1495917"/>
                </a:lnTo>
                <a:lnTo>
                  <a:pt x="324529" y="1537504"/>
                </a:lnTo>
                <a:lnTo>
                  <a:pt x="343731" y="1578810"/>
                </a:lnTo>
                <a:lnTo>
                  <a:pt x="344187" y="1579761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27900" y="3378103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59" h="10795">
                <a:moveTo>
                  <a:pt x="0" y="0"/>
                </a:moveTo>
                <a:lnTo>
                  <a:pt x="25202" y="2395"/>
                </a:lnTo>
                <a:lnTo>
                  <a:pt x="72707" y="6086"/>
                </a:lnTo>
                <a:lnTo>
                  <a:pt x="120435" y="8969"/>
                </a:lnTo>
                <a:lnTo>
                  <a:pt x="162067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95603" y="3378103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59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7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17857" y="3365403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0"/>
                </a:moveTo>
                <a:lnTo>
                  <a:pt x="40929" y="5314"/>
                </a:lnTo>
                <a:lnTo>
                  <a:pt x="87969" y="10602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57671" y="3365403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12699"/>
                </a:moveTo>
                <a:lnTo>
                  <a:pt x="22073" y="10602"/>
                </a:lnTo>
                <a:lnTo>
                  <a:pt x="69113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4622" y="3352703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20" h="12700">
                <a:moveTo>
                  <a:pt x="0" y="0"/>
                </a:moveTo>
                <a:lnTo>
                  <a:pt x="30819" y="5081"/>
                </a:lnTo>
                <a:lnTo>
                  <a:pt x="77367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67714" y="3352703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7" y="11938"/>
                </a:lnTo>
                <a:lnTo>
                  <a:pt x="52414" y="5081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0" y="3326628"/>
            <a:ext cx="134620" cy="26670"/>
          </a:xfrm>
          <a:custGeom>
            <a:avLst/>
            <a:gdLst/>
            <a:ahLst/>
            <a:cxnLst/>
            <a:rect l="l" t="t" r="r" b="b"/>
            <a:pathLst>
              <a:path w="134620" h="26670">
                <a:moveTo>
                  <a:pt x="0" y="0"/>
                </a:moveTo>
                <a:lnTo>
                  <a:pt x="27367" y="5965"/>
                </a:lnTo>
                <a:lnTo>
                  <a:pt x="73124" y="15125"/>
                </a:lnTo>
                <a:lnTo>
                  <a:pt x="119151" y="23524"/>
                </a:lnTo>
                <a:lnTo>
                  <a:pt x="134622" y="2607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050948" y="744678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8" y="2597075"/>
                </a:lnTo>
                <a:lnTo>
                  <a:pt x="107255" y="2587915"/>
                </a:lnTo>
                <a:lnTo>
                  <a:pt x="152736" y="2578001"/>
                </a:lnTo>
                <a:lnTo>
                  <a:pt x="197932" y="2567340"/>
                </a:lnTo>
                <a:lnTo>
                  <a:pt x="242838" y="2555939"/>
                </a:lnTo>
                <a:lnTo>
                  <a:pt x="276572" y="2546762"/>
                </a:lnTo>
              </a:path>
              <a:path w="2289175" h="2608579">
                <a:moveTo>
                  <a:pt x="331778" y="2531037"/>
                </a:moveTo>
                <a:lnTo>
                  <a:pt x="375745" y="2517361"/>
                </a:lnTo>
                <a:lnTo>
                  <a:pt x="419420" y="2503067"/>
                </a:lnTo>
                <a:lnTo>
                  <a:pt x="462771" y="2488066"/>
                </a:lnTo>
                <a:lnTo>
                  <a:pt x="505790" y="2472366"/>
                </a:lnTo>
                <a:lnTo>
                  <a:pt x="548471" y="2455973"/>
                </a:lnTo>
                <a:lnTo>
                  <a:pt x="590807" y="2438894"/>
                </a:lnTo>
                <a:lnTo>
                  <a:pt x="632791" y="2421137"/>
                </a:lnTo>
                <a:lnTo>
                  <a:pt x="674417" y="2402707"/>
                </a:lnTo>
                <a:lnTo>
                  <a:pt x="715677" y="2383612"/>
                </a:lnTo>
                <a:lnTo>
                  <a:pt x="756564" y="2363858"/>
                </a:lnTo>
                <a:lnTo>
                  <a:pt x="797072" y="2343453"/>
                </a:lnTo>
                <a:lnTo>
                  <a:pt x="837194" y="2322402"/>
                </a:lnTo>
                <a:lnTo>
                  <a:pt x="876924" y="2300714"/>
                </a:lnTo>
                <a:lnTo>
                  <a:pt x="916254" y="2278394"/>
                </a:lnTo>
                <a:lnTo>
                  <a:pt x="955177" y="2255450"/>
                </a:lnTo>
                <a:lnTo>
                  <a:pt x="993687" y="2231888"/>
                </a:lnTo>
                <a:lnTo>
                  <a:pt x="1031777" y="2207715"/>
                </a:lnTo>
                <a:lnTo>
                  <a:pt x="1069441" y="2182938"/>
                </a:lnTo>
                <a:lnTo>
                  <a:pt x="1106670" y="2157564"/>
                </a:lnTo>
                <a:lnTo>
                  <a:pt x="1143459" y="2131600"/>
                </a:lnTo>
                <a:lnTo>
                  <a:pt x="1179801" y="2105052"/>
                </a:lnTo>
                <a:lnTo>
                  <a:pt x="1215689" y="2077927"/>
                </a:lnTo>
                <a:lnTo>
                  <a:pt x="1251115" y="2050232"/>
                </a:lnTo>
                <a:lnTo>
                  <a:pt x="1286074" y="2021974"/>
                </a:lnTo>
                <a:lnTo>
                  <a:pt x="1320559" y="1993160"/>
                </a:lnTo>
                <a:lnTo>
                  <a:pt x="1354561" y="1963796"/>
                </a:lnTo>
                <a:lnTo>
                  <a:pt x="1388076" y="1933889"/>
                </a:lnTo>
                <a:lnTo>
                  <a:pt x="1421096" y="1903447"/>
                </a:lnTo>
                <a:lnTo>
                  <a:pt x="1453614" y="1872475"/>
                </a:lnTo>
                <a:lnTo>
                  <a:pt x="1485623" y="1840982"/>
                </a:lnTo>
                <a:lnTo>
                  <a:pt x="1517117" y="1808972"/>
                </a:lnTo>
                <a:lnTo>
                  <a:pt x="1548088" y="1776455"/>
                </a:lnTo>
                <a:lnTo>
                  <a:pt x="1578531" y="1743435"/>
                </a:lnTo>
                <a:lnTo>
                  <a:pt x="1608437" y="1709920"/>
                </a:lnTo>
                <a:lnTo>
                  <a:pt x="1637801" y="1675917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8" y="1571047"/>
                </a:lnTo>
                <a:lnTo>
                  <a:pt x="1749693" y="1535160"/>
                </a:lnTo>
                <a:lnTo>
                  <a:pt x="1776241" y="1498818"/>
                </a:lnTo>
                <a:lnTo>
                  <a:pt x="1802206" y="1462029"/>
                </a:lnTo>
                <a:lnTo>
                  <a:pt x="1827580" y="1424799"/>
                </a:lnTo>
                <a:lnTo>
                  <a:pt x="1852357" y="1387136"/>
                </a:lnTo>
                <a:lnTo>
                  <a:pt x="1876529" y="1349046"/>
                </a:lnTo>
                <a:lnTo>
                  <a:pt x="1900091" y="1310536"/>
                </a:lnTo>
                <a:lnTo>
                  <a:pt x="1923036" y="1271612"/>
                </a:lnTo>
                <a:lnTo>
                  <a:pt x="1945355" y="1232283"/>
                </a:lnTo>
                <a:lnTo>
                  <a:pt x="1967044" y="1192553"/>
                </a:lnTo>
                <a:lnTo>
                  <a:pt x="1988094" y="1152431"/>
                </a:lnTo>
                <a:lnTo>
                  <a:pt x="2008500" y="1111923"/>
                </a:lnTo>
                <a:lnTo>
                  <a:pt x="2028140" y="1071270"/>
                </a:lnTo>
                <a:lnTo>
                  <a:pt x="2028257" y="1071037"/>
                </a:lnTo>
                <a:lnTo>
                  <a:pt x="2047348" y="1029775"/>
                </a:lnTo>
                <a:lnTo>
                  <a:pt x="2065778" y="988150"/>
                </a:lnTo>
                <a:lnTo>
                  <a:pt x="2083536" y="946166"/>
                </a:lnTo>
                <a:lnTo>
                  <a:pt x="2100614" y="903830"/>
                </a:lnTo>
                <a:lnTo>
                  <a:pt x="2117007" y="861149"/>
                </a:lnTo>
                <a:lnTo>
                  <a:pt x="2132707" y="818129"/>
                </a:lnTo>
                <a:lnTo>
                  <a:pt x="2147708" y="774779"/>
                </a:lnTo>
                <a:lnTo>
                  <a:pt x="2162003" y="731103"/>
                </a:lnTo>
                <a:lnTo>
                  <a:pt x="2175584" y="687110"/>
                </a:lnTo>
                <a:lnTo>
                  <a:pt x="2188446" y="642805"/>
                </a:lnTo>
                <a:lnTo>
                  <a:pt x="2200580" y="598197"/>
                </a:lnTo>
                <a:lnTo>
                  <a:pt x="2211982" y="553291"/>
                </a:lnTo>
                <a:lnTo>
                  <a:pt x="2222643" y="508094"/>
                </a:lnTo>
                <a:lnTo>
                  <a:pt x="2232557" y="462614"/>
                </a:lnTo>
                <a:lnTo>
                  <a:pt x="2241717" y="416856"/>
                </a:lnTo>
                <a:lnTo>
                  <a:pt x="2250116" y="370829"/>
                </a:lnTo>
                <a:lnTo>
                  <a:pt x="2257747" y="324538"/>
                </a:lnTo>
                <a:lnTo>
                  <a:pt x="2264604" y="277991"/>
                </a:lnTo>
                <a:lnTo>
                  <a:pt x="2270680" y="231194"/>
                </a:lnTo>
                <a:lnTo>
                  <a:pt x="2275968" y="184154"/>
                </a:lnTo>
                <a:lnTo>
                  <a:pt x="2280461" y="136878"/>
                </a:lnTo>
                <a:lnTo>
                  <a:pt x="2284153" y="89372"/>
                </a:lnTo>
                <a:lnTo>
                  <a:pt x="2286977" y="42621"/>
                </a:lnTo>
                <a:lnTo>
                  <a:pt x="2287032" y="41644"/>
                </a:lnTo>
                <a:lnTo>
                  <a:pt x="2288831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326891" y="354918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81" y="579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028700"/>
            <a:ext cx="1438274" cy="12191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4017" y="4253087"/>
            <a:ext cx="8098106" cy="547994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196538" y="5660106"/>
            <a:ext cx="16586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2500" spc="-2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35" b="1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768362" y="878197"/>
            <a:ext cx="6593205" cy="1372870"/>
          </a:xfrm>
          <a:prstGeom prst="rect"/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pc="-180"/>
              <a:t>Référentiel</a:t>
            </a:r>
            <a:r>
              <a:rPr dirty="0" spc="-550"/>
              <a:t> </a:t>
            </a:r>
            <a:r>
              <a:rPr dirty="0" spc="-815"/>
              <a:t>I</a:t>
            </a:r>
            <a:r>
              <a:rPr dirty="0" spc="-575"/>
              <a:t>T</a:t>
            </a:r>
            <a:r>
              <a:rPr dirty="0" spc="-815"/>
              <a:t>I</a:t>
            </a:r>
            <a:r>
              <a:rPr dirty="0" spc="-280"/>
              <a:t>L</a:t>
            </a: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2500" spc="-85">
                <a:latin typeface="Trebuchet MS"/>
                <a:cs typeface="Trebuchet MS"/>
              </a:rPr>
              <a:t>(Information</a:t>
            </a:r>
            <a:r>
              <a:rPr dirty="0" sz="2500" spc="-41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Technology</a:t>
            </a:r>
            <a:r>
              <a:rPr dirty="0" sz="2500" spc="-409">
                <a:latin typeface="Trebuchet MS"/>
                <a:cs typeface="Trebuchet MS"/>
              </a:rPr>
              <a:t> </a:t>
            </a:r>
            <a:r>
              <a:rPr dirty="0" sz="2500" spc="-105">
                <a:latin typeface="Trebuchet MS"/>
                <a:cs typeface="Trebuchet MS"/>
              </a:rPr>
              <a:t>Infrastructure</a:t>
            </a:r>
            <a:r>
              <a:rPr dirty="0" sz="2500" spc="-415">
                <a:latin typeface="Trebuchet MS"/>
                <a:cs typeface="Trebuchet MS"/>
              </a:rPr>
              <a:t> </a:t>
            </a:r>
            <a:r>
              <a:rPr dirty="0" sz="2500" spc="-40">
                <a:latin typeface="Trebuchet MS"/>
                <a:cs typeface="Trebuchet MS"/>
              </a:rPr>
              <a:t>Library)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295814" y="4898241"/>
            <a:ext cx="1555750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370">
              <a:lnSpc>
                <a:spcPct val="1151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Service</a:t>
            </a:r>
            <a:r>
              <a:rPr dirty="0" sz="1900" spc="-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level </a:t>
            </a:r>
            <a:r>
              <a:rPr dirty="0" sz="1900" spc="60" b="1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302156" y="7878342"/>
            <a:ext cx="1581785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0005">
              <a:lnSpc>
                <a:spcPct val="1151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Gestion</a:t>
            </a:r>
            <a:r>
              <a:rPr dirty="0" sz="19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9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5" b="1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configuration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2293264" y="7894858"/>
            <a:ext cx="152527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1760">
              <a:lnSpc>
                <a:spcPct val="114599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rebuchet MS"/>
                <a:cs typeface="Trebuchet MS"/>
              </a:rPr>
              <a:t>Gestion</a:t>
            </a:r>
            <a:r>
              <a:rPr dirty="0" sz="18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5" b="1">
                <a:solidFill>
                  <a:srgbClr val="FFFFFF"/>
                </a:solidFill>
                <a:latin typeface="Trebuchet MS"/>
                <a:cs typeface="Trebuchet MS"/>
              </a:rPr>
              <a:t>des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changements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446576" y="4898241"/>
            <a:ext cx="1371600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945" marR="5080" indent="-55880">
              <a:lnSpc>
                <a:spcPct val="1151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Gestion</a:t>
            </a:r>
            <a:r>
              <a:rPr dirty="0" sz="1900" spc="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FFFFF"/>
                </a:solidFill>
                <a:latin typeface="Trebuchet MS"/>
                <a:cs typeface="Trebuchet MS"/>
              </a:rPr>
              <a:t>des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problèmes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0006029" y="1797177"/>
            <a:ext cx="2039620" cy="2039620"/>
          </a:xfrm>
          <a:custGeom>
            <a:avLst/>
            <a:gdLst/>
            <a:ahLst/>
            <a:cxnLst/>
            <a:rect l="l" t="t" r="r" b="b"/>
            <a:pathLst>
              <a:path w="2039620" h="2039620">
                <a:moveTo>
                  <a:pt x="1019586" y="2039173"/>
                </a:moveTo>
                <a:lnTo>
                  <a:pt x="971589" y="2038063"/>
                </a:lnTo>
                <a:lnTo>
                  <a:pt x="924164" y="2034766"/>
                </a:lnTo>
                <a:lnTo>
                  <a:pt x="877359" y="2029332"/>
                </a:lnTo>
                <a:lnTo>
                  <a:pt x="831222" y="2021808"/>
                </a:lnTo>
                <a:lnTo>
                  <a:pt x="785804" y="2012245"/>
                </a:lnTo>
                <a:lnTo>
                  <a:pt x="741153" y="2000690"/>
                </a:lnTo>
                <a:lnTo>
                  <a:pt x="697318" y="1987194"/>
                </a:lnTo>
                <a:lnTo>
                  <a:pt x="654348" y="1971804"/>
                </a:lnTo>
                <a:lnTo>
                  <a:pt x="612291" y="1954570"/>
                </a:lnTo>
                <a:lnTo>
                  <a:pt x="571198" y="1935541"/>
                </a:lnTo>
                <a:lnTo>
                  <a:pt x="531116" y="1914766"/>
                </a:lnTo>
                <a:lnTo>
                  <a:pt x="492095" y="1892293"/>
                </a:lnTo>
                <a:lnTo>
                  <a:pt x="454184" y="1868172"/>
                </a:lnTo>
                <a:lnTo>
                  <a:pt x="417432" y="1842452"/>
                </a:lnTo>
                <a:lnTo>
                  <a:pt x="381887" y="1815181"/>
                </a:lnTo>
                <a:lnTo>
                  <a:pt x="347599" y="1786409"/>
                </a:lnTo>
                <a:lnTo>
                  <a:pt x="314616" y="1756184"/>
                </a:lnTo>
                <a:lnTo>
                  <a:pt x="282988" y="1724556"/>
                </a:lnTo>
                <a:lnTo>
                  <a:pt x="252763" y="1691574"/>
                </a:lnTo>
                <a:lnTo>
                  <a:pt x="223991" y="1657286"/>
                </a:lnTo>
                <a:lnTo>
                  <a:pt x="196721" y="1621741"/>
                </a:lnTo>
                <a:lnTo>
                  <a:pt x="171000" y="1584988"/>
                </a:lnTo>
                <a:lnTo>
                  <a:pt x="146879" y="1547077"/>
                </a:lnTo>
                <a:lnTo>
                  <a:pt x="124407" y="1508056"/>
                </a:lnTo>
                <a:lnTo>
                  <a:pt x="103632" y="1467975"/>
                </a:lnTo>
                <a:lnTo>
                  <a:pt x="84602" y="1426881"/>
                </a:lnTo>
                <a:lnTo>
                  <a:pt x="67369" y="1384825"/>
                </a:lnTo>
                <a:lnTo>
                  <a:pt x="51979" y="1341854"/>
                </a:lnTo>
                <a:lnTo>
                  <a:pt x="38482" y="1298019"/>
                </a:lnTo>
                <a:lnTo>
                  <a:pt x="26928" y="1253368"/>
                </a:lnTo>
                <a:lnTo>
                  <a:pt x="17364" y="1207950"/>
                </a:lnTo>
                <a:lnTo>
                  <a:pt x="9840" y="1161814"/>
                </a:lnTo>
                <a:lnTo>
                  <a:pt x="4406" y="1115008"/>
                </a:lnTo>
                <a:lnTo>
                  <a:pt x="1109" y="1067583"/>
                </a:lnTo>
                <a:lnTo>
                  <a:pt x="0" y="1019586"/>
                </a:lnTo>
                <a:lnTo>
                  <a:pt x="1109" y="971590"/>
                </a:lnTo>
                <a:lnTo>
                  <a:pt x="4406" y="924164"/>
                </a:lnTo>
                <a:lnTo>
                  <a:pt x="9840" y="877359"/>
                </a:lnTo>
                <a:lnTo>
                  <a:pt x="17364" y="831222"/>
                </a:lnTo>
                <a:lnTo>
                  <a:pt x="26928" y="785804"/>
                </a:lnTo>
                <a:lnTo>
                  <a:pt x="38482" y="741153"/>
                </a:lnTo>
                <a:lnTo>
                  <a:pt x="51979" y="697318"/>
                </a:lnTo>
                <a:lnTo>
                  <a:pt x="67369" y="654348"/>
                </a:lnTo>
                <a:lnTo>
                  <a:pt x="84602" y="612291"/>
                </a:lnTo>
                <a:lnTo>
                  <a:pt x="103632" y="571198"/>
                </a:lnTo>
                <a:lnTo>
                  <a:pt x="124407" y="531116"/>
                </a:lnTo>
                <a:lnTo>
                  <a:pt x="146879" y="492095"/>
                </a:lnTo>
                <a:lnTo>
                  <a:pt x="171000" y="454184"/>
                </a:lnTo>
                <a:lnTo>
                  <a:pt x="196721" y="417432"/>
                </a:lnTo>
                <a:lnTo>
                  <a:pt x="223991" y="381887"/>
                </a:lnTo>
                <a:lnTo>
                  <a:pt x="252763" y="347599"/>
                </a:lnTo>
                <a:lnTo>
                  <a:pt x="282988" y="314616"/>
                </a:lnTo>
                <a:lnTo>
                  <a:pt x="314616" y="282988"/>
                </a:lnTo>
                <a:lnTo>
                  <a:pt x="347599" y="252763"/>
                </a:lnTo>
                <a:lnTo>
                  <a:pt x="381887" y="223991"/>
                </a:lnTo>
                <a:lnTo>
                  <a:pt x="417432" y="196721"/>
                </a:lnTo>
                <a:lnTo>
                  <a:pt x="454184" y="171000"/>
                </a:lnTo>
                <a:lnTo>
                  <a:pt x="492095" y="146879"/>
                </a:lnTo>
                <a:lnTo>
                  <a:pt x="531116" y="124407"/>
                </a:lnTo>
                <a:lnTo>
                  <a:pt x="571198" y="103631"/>
                </a:lnTo>
                <a:lnTo>
                  <a:pt x="612291" y="84602"/>
                </a:lnTo>
                <a:lnTo>
                  <a:pt x="654348" y="67368"/>
                </a:lnTo>
                <a:lnTo>
                  <a:pt x="697318" y="51979"/>
                </a:lnTo>
                <a:lnTo>
                  <a:pt x="741153" y="38482"/>
                </a:lnTo>
                <a:lnTo>
                  <a:pt x="785804" y="26928"/>
                </a:lnTo>
                <a:lnTo>
                  <a:pt x="831222" y="17364"/>
                </a:lnTo>
                <a:lnTo>
                  <a:pt x="877359" y="9840"/>
                </a:lnTo>
                <a:lnTo>
                  <a:pt x="924164" y="4406"/>
                </a:lnTo>
                <a:lnTo>
                  <a:pt x="971589" y="1109"/>
                </a:lnTo>
                <a:lnTo>
                  <a:pt x="1019586" y="0"/>
                </a:lnTo>
                <a:lnTo>
                  <a:pt x="1067583" y="1109"/>
                </a:lnTo>
                <a:lnTo>
                  <a:pt x="1115008" y="4406"/>
                </a:lnTo>
                <a:lnTo>
                  <a:pt x="1161813" y="9840"/>
                </a:lnTo>
                <a:lnTo>
                  <a:pt x="1207950" y="17364"/>
                </a:lnTo>
                <a:lnTo>
                  <a:pt x="1253368" y="26928"/>
                </a:lnTo>
                <a:lnTo>
                  <a:pt x="1298019" y="38482"/>
                </a:lnTo>
                <a:lnTo>
                  <a:pt x="1341854" y="51979"/>
                </a:lnTo>
                <a:lnTo>
                  <a:pt x="1384825" y="67368"/>
                </a:lnTo>
                <a:lnTo>
                  <a:pt x="1426881" y="84602"/>
                </a:lnTo>
                <a:lnTo>
                  <a:pt x="1467975" y="103631"/>
                </a:lnTo>
                <a:lnTo>
                  <a:pt x="1508056" y="124407"/>
                </a:lnTo>
                <a:lnTo>
                  <a:pt x="1547077" y="146879"/>
                </a:lnTo>
                <a:lnTo>
                  <a:pt x="1584988" y="171000"/>
                </a:lnTo>
                <a:lnTo>
                  <a:pt x="1621741" y="196721"/>
                </a:lnTo>
                <a:lnTo>
                  <a:pt x="1657286" y="223991"/>
                </a:lnTo>
                <a:lnTo>
                  <a:pt x="1691574" y="252763"/>
                </a:lnTo>
                <a:lnTo>
                  <a:pt x="1724557" y="282988"/>
                </a:lnTo>
                <a:lnTo>
                  <a:pt x="1756185" y="314616"/>
                </a:lnTo>
                <a:lnTo>
                  <a:pt x="1786409" y="347599"/>
                </a:lnTo>
                <a:lnTo>
                  <a:pt x="1815181" y="381887"/>
                </a:lnTo>
                <a:lnTo>
                  <a:pt x="1842452" y="417432"/>
                </a:lnTo>
                <a:lnTo>
                  <a:pt x="1868172" y="454184"/>
                </a:lnTo>
                <a:lnTo>
                  <a:pt x="1892293" y="492095"/>
                </a:lnTo>
                <a:lnTo>
                  <a:pt x="1914766" y="531116"/>
                </a:lnTo>
                <a:lnTo>
                  <a:pt x="1935541" y="571198"/>
                </a:lnTo>
                <a:lnTo>
                  <a:pt x="1954570" y="612291"/>
                </a:lnTo>
                <a:lnTo>
                  <a:pt x="1971804" y="654348"/>
                </a:lnTo>
                <a:lnTo>
                  <a:pt x="1987194" y="697318"/>
                </a:lnTo>
                <a:lnTo>
                  <a:pt x="2000691" y="741153"/>
                </a:lnTo>
                <a:lnTo>
                  <a:pt x="2012245" y="785804"/>
                </a:lnTo>
                <a:lnTo>
                  <a:pt x="2021809" y="831222"/>
                </a:lnTo>
                <a:lnTo>
                  <a:pt x="2029332" y="877359"/>
                </a:lnTo>
                <a:lnTo>
                  <a:pt x="2034767" y="924164"/>
                </a:lnTo>
                <a:lnTo>
                  <a:pt x="2038064" y="971590"/>
                </a:lnTo>
                <a:lnTo>
                  <a:pt x="2039173" y="1019586"/>
                </a:lnTo>
                <a:lnTo>
                  <a:pt x="2038064" y="1067583"/>
                </a:lnTo>
                <a:lnTo>
                  <a:pt x="2034767" y="1115008"/>
                </a:lnTo>
                <a:lnTo>
                  <a:pt x="2029332" y="1161814"/>
                </a:lnTo>
                <a:lnTo>
                  <a:pt x="2021809" y="1207950"/>
                </a:lnTo>
                <a:lnTo>
                  <a:pt x="2012245" y="1253368"/>
                </a:lnTo>
                <a:lnTo>
                  <a:pt x="2000691" y="1298019"/>
                </a:lnTo>
                <a:lnTo>
                  <a:pt x="1987194" y="1341854"/>
                </a:lnTo>
                <a:lnTo>
                  <a:pt x="1971804" y="1384825"/>
                </a:lnTo>
                <a:lnTo>
                  <a:pt x="1954570" y="1426881"/>
                </a:lnTo>
                <a:lnTo>
                  <a:pt x="1935541" y="1467975"/>
                </a:lnTo>
                <a:lnTo>
                  <a:pt x="1914766" y="1508056"/>
                </a:lnTo>
                <a:lnTo>
                  <a:pt x="1892293" y="1547077"/>
                </a:lnTo>
                <a:lnTo>
                  <a:pt x="1868172" y="1584988"/>
                </a:lnTo>
                <a:lnTo>
                  <a:pt x="1842452" y="1621741"/>
                </a:lnTo>
                <a:lnTo>
                  <a:pt x="1815181" y="1657286"/>
                </a:lnTo>
                <a:lnTo>
                  <a:pt x="1786409" y="1691574"/>
                </a:lnTo>
                <a:lnTo>
                  <a:pt x="1756185" y="1724556"/>
                </a:lnTo>
                <a:lnTo>
                  <a:pt x="1724557" y="1756184"/>
                </a:lnTo>
                <a:lnTo>
                  <a:pt x="1691574" y="1786409"/>
                </a:lnTo>
                <a:lnTo>
                  <a:pt x="1657286" y="1815181"/>
                </a:lnTo>
                <a:lnTo>
                  <a:pt x="1621741" y="1842452"/>
                </a:lnTo>
                <a:lnTo>
                  <a:pt x="1584988" y="1868172"/>
                </a:lnTo>
                <a:lnTo>
                  <a:pt x="1547077" y="1892293"/>
                </a:lnTo>
                <a:lnTo>
                  <a:pt x="1508056" y="1914766"/>
                </a:lnTo>
                <a:lnTo>
                  <a:pt x="1467975" y="1935541"/>
                </a:lnTo>
                <a:lnTo>
                  <a:pt x="1426881" y="1954570"/>
                </a:lnTo>
                <a:lnTo>
                  <a:pt x="1384825" y="1971804"/>
                </a:lnTo>
                <a:lnTo>
                  <a:pt x="1341854" y="1987194"/>
                </a:lnTo>
                <a:lnTo>
                  <a:pt x="1298019" y="2000690"/>
                </a:lnTo>
                <a:lnTo>
                  <a:pt x="1253368" y="2012245"/>
                </a:lnTo>
                <a:lnTo>
                  <a:pt x="1207950" y="2021808"/>
                </a:lnTo>
                <a:lnTo>
                  <a:pt x="1161813" y="2029332"/>
                </a:lnTo>
                <a:lnTo>
                  <a:pt x="1115008" y="2034766"/>
                </a:lnTo>
                <a:lnTo>
                  <a:pt x="1067583" y="2038063"/>
                </a:lnTo>
                <a:lnTo>
                  <a:pt x="1019586" y="2039173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339651" y="2442330"/>
            <a:ext cx="1371600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035" marR="5080" indent="-140970">
              <a:lnSpc>
                <a:spcPct val="1151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Gestion</a:t>
            </a:r>
            <a:r>
              <a:rPr dirty="0" sz="1900" spc="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FFFFF"/>
                </a:solidFill>
                <a:latin typeface="Trebuchet MS"/>
                <a:cs typeface="Trebuchet MS"/>
              </a:rPr>
              <a:t>des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incidents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70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70">
                <a:solidFill>
                  <a:srgbClr val="FFFFFF"/>
                </a:solidFill>
              </a:rPr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819159" y="8595007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758301" y="9217657"/>
            <a:ext cx="149225" cy="1069340"/>
          </a:xfrm>
          <a:custGeom>
            <a:avLst/>
            <a:gdLst/>
            <a:ahLst/>
            <a:cxnLst/>
            <a:rect l="l" t="t" r="r" b="b"/>
            <a:pathLst>
              <a:path w="149225" h="1069340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1241" y="139699"/>
                </a:lnTo>
                <a:lnTo>
                  <a:pt x="2808" y="185544"/>
                </a:lnTo>
                <a:lnTo>
                  <a:pt x="5023" y="233548"/>
                </a:lnTo>
                <a:lnTo>
                  <a:pt x="7862" y="281386"/>
                </a:lnTo>
                <a:lnTo>
                  <a:pt x="11219" y="329064"/>
                </a:lnTo>
                <a:lnTo>
                  <a:pt x="15397" y="376550"/>
                </a:lnTo>
                <a:lnTo>
                  <a:pt x="20085" y="423868"/>
                </a:lnTo>
                <a:lnTo>
                  <a:pt x="25380" y="471005"/>
                </a:lnTo>
                <a:lnTo>
                  <a:pt x="31280" y="517956"/>
                </a:lnTo>
                <a:lnTo>
                  <a:pt x="37780" y="564718"/>
                </a:lnTo>
                <a:lnTo>
                  <a:pt x="44876" y="611287"/>
                </a:lnTo>
                <a:lnTo>
                  <a:pt x="52564" y="657658"/>
                </a:lnTo>
                <a:lnTo>
                  <a:pt x="60840" y="703828"/>
                </a:lnTo>
                <a:lnTo>
                  <a:pt x="69700" y="749793"/>
                </a:lnTo>
                <a:lnTo>
                  <a:pt x="79141" y="795548"/>
                </a:lnTo>
                <a:lnTo>
                  <a:pt x="89157" y="841091"/>
                </a:lnTo>
                <a:lnTo>
                  <a:pt x="99746" y="886415"/>
                </a:lnTo>
                <a:lnTo>
                  <a:pt x="110903" y="931519"/>
                </a:lnTo>
                <a:lnTo>
                  <a:pt x="122625" y="976397"/>
                </a:lnTo>
                <a:lnTo>
                  <a:pt x="134906" y="1021046"/>
                </a:lnTo>
                <a:lnTo>
                  <a:pt x="147744" y="1065462"/>
                </a:lnTo>
                <a:lnTo>
                  <a:pt x="148920" y="106934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89036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56737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78992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018803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9575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12884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3490035"/>
            <a:ext cx="1296035" cy="594360"/>
          </a:xfrm>
          <a:custGeom>
            <a:avLst/>
            <a:gdLst/>
            <a:ahLst/>
            <a:cxnLst/>
            <a:rect l="l" t="t" r="r" b="b"/>
            <a:pathLst>
              <a:path w="1296035" h="594360">
                <a:moveTo>
                  <a:pt x="0" y="0"/>
                </a:moveTo>
                <a:lnTo>
                  <a:pt x="44641" y="36348"/>
                </a:lnTo>
                <a:lnTo>
                  <a:pt x="80067" y="64043"/>
                </a:lnTo>
                <a:lnTo>
                  <a:pt x="115955" y="91167"/>
                </a:lnTo>
                <a:lnTo>
                  <a:pt x="152297" y="117715"/>
                </a:lnTo>
                <a:lnTo>
                  <a:pt x="189086" y="143680"/>
                </a:lnTo>
                <a:lnTo>
                  <a:pt x="226315" y="169054"/>
                </a:lnTo>
                <a:lnTo>
                  <a:pt x="263979" y="193831"/>
                </a:lnTo>
                <a:lnTo>
                  <a:pt x="302069" y="218004"/>
                </a:lnTo>
                <a:lnTo>
                  <a:pt x="340579" y="241565"/>
                </a:lnTo>
                <a:lnTo>
                  <a:pt x="379502" y="264510"/>
                </a:lnTo>
                <a:lnTo>
                  <a:pt x="418832" y="286830"/>
                </a:lnTo>
                <a:lnTo>
                  <a:pt x="458561" y="308518"/>
                </a:lnTo>
                <a:lnTo>
                  <a:pt x="498684" y="329568"/>
                </a:lnTo>
                <a:lnTo>
                  <a:pt x="539192" y="349974"/>
                </a:lnTo>
                <a:lnTo>
                  <a:pt x="580079" y="369728"/>
                </a:lnTo>
                <a:lnTo>
                  <a:pt x="621339" y="388823"/>
                </a:lnTo>
                <a:lnTo>
                  <a:pt x="662965" y="407252"/>
                </a:lnTo>
                <a:lnTo>
                  <a:pt x="704949" y="425010"/>
                </a:lnTo>
                <a:lnTo>
                  <a:pt x="747285" y="442089"/>
                </a:lnTo>
                <a:lnTo>
                  <a:pt x="789966" y="458481"/>
                </a:lnTo>
                <a:lnTo>
                  <a:pt x="832985" y="474182"/>
                </a:lnTo>
                <a:lnTo>
                  <a:pt x="876336" y="489182"/>
                </a:lnTo>
                <a:lnTo>
                  <a:pt x="920011" y="503477"/>
                </a:lnTo>
                <a:lnTo>
                  <a:pt x="963978" y="517153"/>
                </a:lnTo>
              </a:path>
              <a:path w="1296035" h="594360">
                <a:moveTo>
                  <a:pt x="1019181" y="532877"/>
                </a:moveTo>
                <a:lnTo>
                  <a:pt x="1097824" y="553456"/>
                </a:lnTo>
                <a:lnTo>
                  <a:pt x="1143020" y="564117"/>
                </a:lnTo>
                <a:lnTo>
                  <a:pt x="1188501" y="574031"/>
                </a:lnTo>
                <a:lnTo>
                  <a:pt x="1234258" y="583191"/>
                </a:lnTo>
                <a:lnTo>
                  <a:pt x="1280286" y="591590"/>
                </a:lnTo>
                <a:lnTo>
                  <a:pt x="1295757" y="594141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212082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39"/>
                </a:lnTo>
                <a:lnTo>
                  <a:pt x="276587" y="2546759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6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0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488026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43992" y="4568825"/>
            <a:ext cx="1132395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8520" algn="l"/>
              </a:tabLst>
            </a:pPr>
            <a:r>
              <a:rPr dirty="0" sz="7200" spc="430">
                <a:solidFill>
                  <a:srgbClr val="FFFFFF"/>
                </a:solidFill>
              </a:rPr>
              <a:t>02</a:t>
            </a:r>
            <a:r>
              <a:rPr dirty="0" sz="7200">
                <a:solidFill>
                  <a:srgbClr val="FFFFFF"/>
                </a:solidFill>
              </a:rPr>
              <a:t>	</a:t>
            </a:r>
            <a:r>
              <a:rPr dirty="0" sz="7200" spc="265">
                <a:solidFill>
                  <a:srgbClr val="FFFFFF"/>
                </a:solidFill>
              </a:rPr>
              <a:t>CADRE</a:t>
            </a:r>
            <a:r>
              <a:rPr dirty="0" sz="7200" spc="70">
                <a:solidFill>
                  <a:srgbClr val="FFFFFF"/>
                </a:solidFill>
              </a:rPr>
              <a:t> </a:t>
            </a:r>
            <a:r>
              <a:rPr dirty="0" sz="7200" spc="105">
                <a:solidFill>
                  <a:srgbClr val="FFFFFF"/>
                </a:solidFill>
              </a:rPr>
              <a:t>DU</a:t>
            </a:r>
            <a:r>
              <a:rPr dirty="0" sz="7200" spc="75">
                <a:solidFill>
                  <a:srgbClr val="FFFFFF"/>
                </a:solidFill>
              </a:rPr>
              <a:t> </a:t>
            </a:r>
            <a:r>
              <a:rPr dirty="0" sz="7200" spc="405">
                <a:solidFill>
                  <a:srgbClr val="FFFFFF"/>
                </a:solidFill>
              </a:rPr>
              <a:t>PROJET</a:t>
            </a:r>
            <a:endParaRPr sz="7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211214" y="979088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2" y="352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109" y="3255716"/>
            <a:ext cx="6105524" cy="18859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4322" y="5863171"/>
            <a:ext cx="1714499" cy="17144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4970" y="5863171"/>
            <a:ext cx="1714499" cy="17144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72641" y="5863171"/>
            <a:ext cx="1714499" cy="1714499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4957104" y="0"/>
            <a:ext cx="3331210" cy="10277475"/>
          </a:xfrm>
          <a:custGeom>
            <a:avLst/>
            <a:gdLst/>
            <a:ahLst/>
            <a:cxnLst/>
            <a:rect l="l" t="t" r="r" b="b"/>
            <a:pathLst>
              <a:path w="3331209" h="10277475">
                <a:moveTo>
                  <a:pt x="3330894" y="10277474"/>
                </a:moveTo>
                <a:lnTo>
                  <a:pt x="0" y="10277474"/>
                </a:lnTo>
                <a:lnTo>
                  <a:pt x="878523" y="0"/>
                </a:lnTo>
                <a:lnTo>
                  <a:pt x="3330894" y="0"/>
                </a:lnTo>
                <a:lnTo>
                  <a:pt x="3330894" y="10277474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016000" y="1134109"/>
            <a:ext cx="86340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55"/>
              <a:t>PRESENTATION</a:t>
            </a:r>
            <a:r>
              <a:rPr dirty="0" sz="4200" spc="-450"/>
              <a:t> </a:t>
            </a:r>
            <a:r>
              <a:rPr dirty="0" sz="4200" spc="-20"/>
              <a:t>DE</a:t>
            </a:r>
            <a:r>
              <a:rPr dirty="0" sz="4200" spc="-450"/>
              <a:t> </a:t>
            </a:r>
            <a:r>
              <a:rPr dirty="0" sz="4200" spc="-140"/>
              <a:t>L’ENTREPRISE</a:t>
            </a:r>
            <a:endParaRPr sz="4200"/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95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95">
                <a:solidFill>
                  <a:srgbClr val="FFFFFF"/>
                </a:solidFill>
              </a:rPr>
              <a:t>6</a:t>
            </a:fld>
          </a:p>
        </p:txBody>
      </p:sp>
      <p:sp>
        <p:nvSpPr>
          <p:cNvPr id="18" name="object 18" descr=""/>
          <p:cNvSpPr txBox="1"/>
          <p:nvPr/>
        </p:nvSpPr>
        <p:spPr>
          <a:xfrm>
            <a:off x="5049769" y="7764184"/>
            <a:ext cx="10610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80" b="1">
                <a:solidFill>
                  <a:srgbClr val="202937"/>
                </a:solidFill>
                <a:latin typeface="Trebuchet MS"/>
                <a:cs typeface="Trebuchet MS"/>
              </a:rPr>
              <a:t>Afrique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623197" y="7764184"/>
            <a:ext cx="19602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0" b="1">
                <a:solidFill>
                  <a:srgbClr val="202937"/>
                </a:solidFill>
                <a:latin typeface="Trebuchet MS"/>
                <a:cs typeface="Trebuchet MS"/>
              </a:rPr>
              <a:t>Moyen-</a:t>
            </a:r>
            <a:r>
              <a:rPr dirty="0" sz="2500" spc="-80" b="1">
                <a:solidFill>
                  <a:srgbClr val="202937"/>
                </a:solidFill>
                <a:latin typeface="Trebuchet MS"/>
                <a:cs typeface="Trebuchet MS"/>
              </a:rPr>
              <a:t>Orient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552171" y="7764184"/>
            <a:ext cx="10547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0" b="1">
                <a:solidFill>
                  <a:srgbClr val="202937"/>
                </a:solidFill>
                <a:latin typeface="Trebuchet MS"/>
                <a:cs typeface="Trebuchet MS"/>
              </a:rPr>
              <a:t>Europe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239585" y="2307435"/>
            <a:ext cx="11943715" cy="274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5">
                <a:solidFill>
                  <a:srgbClr val="202937"/>
                </a:solidFill>
                <a:latin typeface="Tahoma"/>
                <a:cs typeface="Tahoma"/>
              </a:rPr>
              <a:t>Créée</a:t>
            </a:r>
            <a:r>
              <a:rPr dirty="0" sz="2600" spc="-43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202937"/>
                </a:solidFill>
                <a:latin typeface="Tahoma"/>
                <a:cs typeface="Tahoma"/>
              </a:rPr>
              <a:t>en</a:t>
            </a:r>
            <a:r>
              <a:rPr dirty="0" sz="2600" spc="-42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80">
                <a:solidFill>
                  <a:srgbClr val="202937"/>
                </a:solidFill>
                <a:latin typeface="Tahoma"/>
                <a:cs typeface="Tahoma"/>
              </a:rPr>
              <a:t>1948,</a:t>
            </a:r>
            <a:r>
              <a:rPr dirty="0" sz="2600" spc="-43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70">
                <a:solidFill>
                  <a:srgbClr val="202937"/>
                </a:solidFill>
                <a:latin typeface="Tahoma"/>
                <a:cs typeface="Tahoma"/>
              </a:rPr>
              <a:t>Tunisair</a:t>
            </a:r>
            <a:r>
              <a:rPr dirty="0" sz="2600" spc="-42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70">
                <a:solidFill>
                  <a:srgbClr val="202937"/>
                </a:solidFill>
                <a:latin typeface="Tahoma"/>
                <a:cs typeface="Tahoma"/>
              </a:rPr>
              <a:t>est</a:t>
            </a:r>
            <a:r>
              <a:rPr dirty="0" sz="2600" spc="-43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202937"/>
                </a:solidFill>
                <a:latin typeface="Tahoma"/>
                <a:cs typeface="Tahoma"/>
              </a:rPr>
              <a:t>la</a:t>
            </a:r>
            <a:r>
              <a:rPr dirty="0" sz="2600" spc="-42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02937"/>
                </a:solidFill>
                <a:latin typeface="Tahoma"/>
                <a:cs typeface="Tahoma"/>
              </a:rPr>
              <a:t>compagnie</a:t>
            </a:r>
            <a:r>
              <a:rPr dirty="0" sz="2600" spc="-43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65">
                <a:solidFill>
                  <a:srgbClr val="202937"/>
                </a:solidFill>
                <a:latin typeface="Tahoma"/>
                <a:cs typeface="Tahoma"/>
              </a:rPr>
              <a:t>aérienne</a:t>
            </a:r>
            <a:r>
              <a:rPr dirty="0" sz="2600" spc="-42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60">
                <a:solidFill>
                  <a:srgbClr val="202937"/>
                </a:solidFill>
                <a:latin typeface="Tahoma"/>
                <a:cs typeface="Tahoma"/>
              </a:rPr>
              <a:t>nationale</a:t>
            </a:r>
            <a:r>
              <a:rPr dirty="0" sz="2600" spc="-42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50">
                <a:solidFill>
                  <a:srgbClr val="202937"/>
                </a:solidFill>
                <a:latin typeface="Tahoma"/>
                <a:cs typeface="Tahoma"/>
              </a:rPr>
              <a:t>de</a:t>
            </a:r>
            <a:r>
              <a:rPr dirty="0" sz="2600" spc="-43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202937"/>
                </a:solidFill>
                <a:latin typeface="Tahoma"/>
                <a:cs typeface="Tahoma"/>
              </a:rPr>
              <a:t>la</a:t>
            </a:r>
            <a:r>
              <a:rPr dirty="0" sz="2600" spc="-42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02937"/>
                </a:solidFill>
                <a:latin typeface="Tahoma"/>
                <a:cs typeface="Tahoma"/>
              </a:rPr>
              <a:t>Tunisie.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2600">
              <a:latin typeface="Tahoma"/>
              <a:cs typeface="Tahoma"/>
            </a:endParaRPr>
          </a:p>
          <a:p>
            <a:pPr marL="5984240">
              <a:lnSpc>
                <a:spcPct val="100000"/>
              </a:lnSpc>
            </a:pPr>
            <a:r>
              <a:rPr dirty="0" sz="2600" spc="-70">
                <a:solidFill>
                  <a:srgbClr val="202937"/>
                </a:solidFill>
                <a:latin typeface="Tahoma"/>
                <a:cs typeface="Tahoma"/>
              </a:rPr>
              <a:t>Faciliter</a:t>
            </a:r>
            <a:r>
              <a:rPr dirty="0" sz="2600" spc="-42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202937"/>
                </a:solidFill>
                <a:latin typeface="Tahoma"/>
                <a:cs typeface="Tahoma"/>
              </a:rPr>
              <a:t>la</a:t>
            </a:r>
            <a:r>
              <a:rPr dirty="0" sz="2600" spc="-41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55">
                <a:solidFill>
                  <a:srgbClr val="202937"/>
                </a:solidFill>
                <a:latin typeface="Tahoma"/>
                <a:cs typeface="Tahoma"/>
              </a:rPr>
              <a:t>mobilité</a:t>
            </a:r>
            <a:r>
              <a:rPr dirty="0" sz="2600" spc="-41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02937"/>
                </a:solidFill>
                <a:latin typeface="Tahoma"/>
                <a:cs typeface="Tahoma"/>
              </a:rPr>
              <a:t>aérienne</a:t>
            </a:r>
            <a:endParaRPr sz="2600">
              <a:latin typeface="Tahoma"/>
              <a:cs typeface="Tahoma"/>
            </a:endParaRPr>
          </a:p>
          <a:p>
            <a:pPr marL="5984240" marR="5080">
              <a:lnSpc>
                <a:spcPct val="115399"/>
              </a:lnSpc>
              <a:spcBef>
                <a:spcPts val="3000"/>
              </a:spcBef>
            </a:pPr>
            <a:r>
              <a:rPr dirty="0" sz="2600" spc="-60">
                <a:solidFill>
                  <a:srgbClr val="202937"/>
                </a:solidFill>
                <a:latin typeface="Tahoma"/>
                <a:cs typeface="Tahoma"/>
              </a:rPr>
              <a:t>Promouvoir</a:t>
            </a:r>
            <a:r>
              <a:rPr dirty="0" sz="2600" spc="-41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02937"/>
                </a:solidFill>
                <a:latin typeface="Tahoma"/>
                <a:cs typeface="Tahoma"/>
              </a:rPr>
              <a:t>le</a:t>
            </a:r>
            <a:r>
              <a:rPr dirty="0" sz="2600" spc="-41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35">
                <a:solidFill>
                  <a:srgbClr val="202937"/>
                </a:solidFill>
                <a:latin typeface="Tahoma"/>
                <a:cs typeface="Tahoma"/>
              </a:rPr>
              <a:t>développement</a:t>
            </a:r>
            <a:r>
              <a:rPr dirty="0" sz="2600" spc="-41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02937"/>
                </a:solidFill>
                <a:latin typeface="Tahoma"/>
                <a:cs typeface="Tahoma"/>
              </a:rPr>
              <a:t>économique </a:t>
            </a:r>
            <a:r>
              <a:rPr dirty="0" sz="2600" spc="-65">
                <a:solidFill>
                  <a:srgbClr val="202937"/>
                </a:solidFill>
                <a:latin typeface="Tahoma"/>
                <a:cs typeface="Tahoma"/>
              </a:rPr>
              <a:t>et</a:t>
            </a:r>
            <a:r>
              <a:rPr dirty="0" sz="2600" spc="-44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70">
                <a:solidFill>
                  <a:srgbClr val="202937"/>
                </a:solidFill>
                <a:latin typeface="Tahoma"/>
                <a:cs typeface="Tahoma"/>
              </a:rPr>
              <a:t>touristique</a:t>
            </a:r>
            <a:r>
              <a:rPr dirty="0" sz="2600" spc="-434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50">
                <a:solidFill>
                  <a:srgbClr val="202937"/>
                </a:solidFill>
                <a:latin typeface="Tahoma"/>
                <a:cs typeface="Tahoma"/>
              </a:rPr>
              <a:t>de</a:t>
            </a:r>
            <a:r>
              <a:rPr dirty="0" sz="2600" spc="-434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202937"/>
                </a:solidFill>
                <a:latin typeface="Tahoma"/>
                <a:cs typeface="Tahoma"/>
              </a:rPr>
              <a:t>la</a:t>
            </a:r>
            <a:r>
              <a:rPr dirty="0" sz="2600" spc="-44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02937"/>
                </a:solidFill>
                <a:latin typeface="Tahoma"/>
                <a:cs typeface="Tahoma"/>
              </a:rPr>
              <a:t>Tunisie.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09947" y="5071733"/>
            <a:ext cx="4128770" cy="1086485"/>
          </a:xfrm>
          <a:custGeom>
            <a:avLst/>
            <a:gdLst/>
            <a:ahLst/>
            <a:cxnLst/>
            <a:rect l="l" t="t" r="r" b="b"/>
            <a:pathLst>
              <a:path w="4128770" h="1086485">
                <a:moveTo>
                  <a:pt x="3671184" y="1086142"/>
                </a:moveTo>
                <a:lnTo>
                  <a:pt x="457200" y="1086142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4"/>
                </a:lnTo>
                <a:lnTo>
                  <a:pt x="214288" y="1016276"/>
                </a:lnTo>
                <a:lnTo>
                  <a:pt x="172452" y="986647"/>
                </a:lnTo>
                <a:lnTo>
                  <a:pt x="133910" y="952232"/>
                </a:lnTo>
                <a:lnTo>
                  <a:pt x="99495" y="913690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3"/>
                </a:lnTo>
                <a:lnTo>
                  <a:pt x="0" y="457200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0" y="133910"/>
                </a:lnTo>
                <a:lnTo>
                  <a:pt x="172452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200" y="0"/>
                </a:lnTo>
                <a:lnTo>
                  <a:pt x="3671184" y="0"/>
                </a:lnTo>
                <a:lnTo>
                  <a:pt x="3722773" y="2918"/>
                </a:lnTo>
                <a:lnTo>
                  <a:pt x="3773306" y="11549"/>
                </a:lnTo>
                <a:lnTo>
                  <a:pt x="3822336" y="25708"/>
                </a:lnTo>
                <a:lnTo>
                  <a:pt x="3869415" y="45208"/>
                </a:lnTo>
                <a:lnTo>
                  <a:pt x="3914096" y="69866"/>
                </a:lnTo>
                <a:lnTo>
                  <a:pt x="3955931" y="99495"/>
                </a:lnTo>
                <a:lnTo>
                  <a:pt x="3994474" y="133910"/>
                </a:lnTo>
                <a:lnTo>
                  <a:pt x="4028889" y="172452"/>
                </a:lnTo>
                <a:lnTo>
                  <a:pt x="4058518" y="214288"/>
                </a:lnTo>
                <a:lnTo>
                  <a:pt x="4083176" y="258969"/>
                </a:lnTo>
                <a:lnTo>
                  <a:pt x="4102676" y="306048"/>
                </a:lnTo>
                <a:lnTo>
                  <a:pt x="4116835" y="355078"/>
                </a:lnTo>
                <a:lnTo>
                  <a:pt x="4125466" y="405611"/>
                </a:lnTo>
                <a:lnTo>
                  <a:pt x="4128191" y="453780"/>
                </a:lnTo>
                <a:lnTo>
                  <a:pt x="4128191" y="632362"/>
                </a:lnTo>
                <a:lnTo>
                  <a:pt x="4125466" y="680531"/>
                </a:lnTo>
                <a:lnTo>
                  <a:pt x="4116835" y="731064"/>
                </a:lnTo>
                <a:lnTo>
                  <a:pt x="4102676" y="780094"/>
                </a:lnTo>
                <a:lnTo>
                  <a:pt x="4083176" y="827173"/>
                </a:lnTo>
                <a:lnTo>
                  <a:pt x="4058518" y="871854"/>
                </a:lnTo>
                <a:lnTo>
                  <a:pt x="4028889" y="913690"/>
                </a:lnTo>
                <a:lnTo>
                  <a:pt x="3994474" y="952232"/>
                </a:lnTo>
                <a:lnTo>
                  <a:pt x="3955931" y="986647"/>
                </a:lnTo>
                <a:lnTo>
                  <a:pt x="3914096" y="1016276"/>
                </a:lnTo>
                <a:lnTo>
                  <a:pt x="3869415" y="1040934"/>
                </a:lnTo>
                <a:lnTo>
                  <a:pt x="3822336" y="1060434"/>
                </a:lnTo>
                <a:lnTo>
                  <a:pt x="3773306" y="1074593"/>
                </a:lnTo>
                <a:lnTo>
                  <a:pt x="3722773" y="1083224"/>
                </a:lnTo>
                <a:lnTo>
                  <a:pt x="3671184" y="1086142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211214" y="979088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2" y="352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346561" y="5071733"/>
            <a:ext cx="4128770" cy="1086485"/>
          </a:xfrm>
          <a:custGeom>
            <a:avLst/>
            <a:gdLst/>
            <a:ahLst/>
            <a:cxnLst/>
            <a:rect l="l" t="t" r="r" b="b"/>
            <a:pathLst>
              <a:path w="4128769" h="1086485">
                <a:moveTo>
                  <a:pt x="3671184" y="1086142"/>
                </a:moveTo>
                <a:lnTo>
                  <a:pt x="457200" y="1086142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4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1" y="952232"/>
                </a:lnTo>
                <a:lnTo>
                  <a:pt x="99495" y="913690"/>
                </a:lnTo>
                <a:lnTo>
                  <a:pt x="69866" y="871854"/>
                </a:lnTo>
                <a:lnTo>
                  <a:pt x="45209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3"/>
                </a:lnTo>
                <a:lnTo>
                  <a:pt x="0" y="457200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9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200" y="0"/>
                </a:lnTo>
                <a:lnTo>
                  <a:pt x="3671184" y="0"/>
                </a:lnTo>
                <a:lnTo>
                  <a:pt x="3722773" y="2918"/>
                </a:lnTo>
                <a:lnTo>
                  <a:pt x="3773306" y="11549"/>
                </a:lnTo>
                <a:lnTo>
                  <a:pt x="3822336" y="25708"/>
                </a:lnTo>
                <a:lnTo>
                  <a:pt x="3869415" y="45208"/>
                </a:lnTo>
                <a:lnTo>
                  <a:pt x="3914096" y="69866"/>
                </a:lnTo>
                <a:lnTo>
                  <a:pt x="3955931" y="99495"/>
                </a:lnTo>
                <a:lnTo>
                  <a:pt x="3994473" y="133910"/>
                </a:lnTo>
                <a:lnTo>
                  <a:pt x="4028889" y="172452"/>
                </a:lnTo>
                <a:lnTo>
                  <a:pt x="4058518" y="214288"/>
                </a:lnTo>
                <a:lnTo>
                  <a:pt x="4083176" y="258969"/>
                </a:lnTo>
                <a:lnTo>
                  <a:pt x="4102677" y="306048"/>
                </a:lnTo>
                <a:lnTo>
                  <a:pt x="4116835" y="355078"/>
                </a:lnTo>
                <a:lnTo>
                  <a:pt x="4125466" y="405611"/>
                </a:lnTo>
                <a:lnTo>
                  <a:pt x="4128191" y="453779"/>
                </a:lnTo>
                <a:lnTo>
                  <a:pt x="4128191" y="632363"/>
                </a:lnTo>
                <a:lnTo>
                  <a:pt x="4125466" y="680531"/>
                </a:lnTo>
                <a:lnTo>
                  <a:pt x="4116835" y="731064"/>
                </a:lnTo>
                <a:lnTo>
                  <a:pt x="4102677" y="780094"/>
                </a:lnTo>
                <a:lnTo>
                  <a:pt x="4083176" y="827173"/>
                </a:lnTo>
                <a:lnTo>
                  <a:pt x="4058518" y="871854"/>
                </a:lnTo>
                <a:lnTo>
                  <a:pt x="4028889" y="913690"/>
                </a:lnTo>
                <a:lnTo>
                  <a:pt x="3994473" y="952232"/>
                </a:lnTo>
                <a:lnTo>
                  <a:pt x="3955931" y="986647"/>
                </a:lnTo>
                <a:lnTo>
                  <a:pt x="3914096" y="1016276"/>
                </a:lnTo>
                <a:lnTo>
                  <a:pt x="3869415" y="1040934"/>
                </a:lnTo>
                <a:lnTo>
                  <a:pt x="3822336" y="1060434"/>
                </a:lnTo>
                <a:lnTo>
                  <a:pt x="3773306" y="1074593"/>
                </a:lnTo>
                <a:lnTo>
                  <a:pt x="3722773" y="1083224"/>
                </a:lnTo>
                <a:lnTo>
                  <a:pt x="3671184" y="1086142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0118" y="0"/>
            <a:ext cx="4638674" cy="3030208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031869" y="5122673"/>
            <a:ext cx="3684904" cy="90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5975" marR="5080" indent="-803910">
              <a:lnSpc>
                <a:spcPct val="114999"/>
              </a:lnSpc>
              <a:spcBef>
                <a:spcPts val="100"/>
              </a:spcBef>
            </a:pPr>
            <a:r>
              <a:rPr dirty="0" sz="2500" b="1">
                <a:solidFill>
                  <a:srgbClr val="F5F5F6"/>
                </a:solidFill>
                <a:latin typeface="Trebuchet MS"/>
                <a:cs typeface="Trebuchet MS"/>
              </a:rPr>
              <a:t>Intégration</a:t>
            </a:r>
            <a:r>
              <a:rPr dirty="0" sz="2500" spc="-130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spc="75" b="1">
                <a:solidFill>
                  <a:srgbClr val="F5F5F6"/>
                </a:solidFill>
                <a:latin typeface="Trebuchet MS"/>
                <a:cs typeface="Trebuchet MS"/>
              </a:rPr>
              <a:t>de</a:t>
            </a:r>
            <a:r>
              <a:rPr dirty="0" sz="2500" spc="-130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F5F5F6"/>
                </a:solidFill>
                <a:latin typeface="Trebuchet MS"/>
                <a:cs typeface="Trebuchet MS"/>
              </a:rPr>
              <a:t>nouvelles technologies.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1333" y="3888958"/>
            <a:ext cx="4124324" cy="309562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022399" y="2718685"/>
            <a:ext cx="1283525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65">
                <a:solidFill>
                  <a:srgbClr val="202937"/>
                </a:solidFill>
                <a:latin typeface="Tahoma"/>
                <a:cs typeface="Tahoma"/>
              </a:rPr>
              <a:t>L'équipe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 spc="-120">
                <a:solidFill>
                  <a:srgbClr val="202937"/>
                </a:solidFill>
                <a:latin typeface="Tahoma"/>
                <a:cs typeface="Tahoma"/>
              </a:rPr>
              <a:t>IT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02937"/>
                </a:solidFill>
                <a:latin typeface="Tahoma"/>
                <a:cs typeface="Tahoma"/>
              </a:rPr>
              <a:t>est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02937"/>
                </a:solidFill>
                <a:latin typeface="Tahoma"/>
                <a:cs typeface="Tahoma"/>
              </a:rPr>
              <a:t>au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 spc="75">
                <a:solidFill>
                  <a:srgbClr val="202937"/>
                </a:solidFill>
                <a:latin typeface="Tahoma"/>
                <a:cs typeface="Tahoma"/>
              </a:rPr>
              <a:t>cœur</a:t>
            </a:r>
            <a:r>
              <a:rPr dirty="0" sz="2500" spc="-16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202937"/>
                </a:solidFill>
                <a:latin typeface="Tahoma"/>
                <a:cs typeface="Tahoma"/>
              </a:rPr>
              <a:t>de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02937"/>
                </a:solidFill>
                <a:latin typeface="Tahoma"/>
                <a:cs typeface="Tahoma"/>
              </a:rPr>
              <a:t>la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A6DD0"/>
                </a:solidFill>
                <a:latin typeface="Tahoma"/>
                <a:cs typeface="Tahoma"/>
              </a:rPr>
              <a:t>modernisation</a:t>
            </a:r>
            <a:r>
              <a:rPr dirty="0" sz="2500" spc="-165">
                <a:solidFill>
                  <a:srgbClr val="2A6DD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02937"/>
                </a:solidFill>
                <a:latin typeface="Tahoma"/>
                <a:cs typeface="Tahoma"/>
              </a:rPr>
              <a:t>et</a:t>
            </a:r>
            <a:r>
              <a:rPr dirty="0" sz="2500" spc="-16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202937"/>
                </a:solidFill>
                <a:latin typeface="Tahoma"/>
                <a:cs typeface="Tahoma"/>
              </a:rPr>
              <a:t>de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02937"/>
                </a:solidFill>
                <a:latin typeface="Tahoma"/>
                <a:cs typeface="Tahoma"/>
              </a:rPr>
              <a:t>la</a:t>
            </a:r>
            <a:r>
              <a:rPr dirty="0" sz="2500" spc="-165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A6DD0"/>
                </a:solidFill>
                <a:latin typeface="Tahoma"/>
                <a:cs typeface="Tahoma"/>
              </a:rPr>
              <a:t>transformation</a:t>
            </a:r>
            <a:r>
              <a:rPr dirty="0" sz="2500" spc="-165">
                <a:solidFill>
                  <a:srgbClr val="2A6DD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A6DD0"/>
                </a:solidFill>
                <a:latin typeface="Tahoma"/>
                <a:cs typeface="Tahoma"/>
              </a:rPr>
              <a:t>numérique</a:t>
            </a:r>
            <a:r>
              <a:rPr dirty="0" sz="2500" spc="-165">
                <a:solidFill>
                  <a:srgbClr val="2A6DD0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202937"/>
                </a:solidFill>
                <a:latin typeface="Tahoma"/>
                <a:cs typeface="Tahoma"/>
              </a:rPr>
              <a:t>de</a:t>
            </a:r>
            <a:r>
              <a:rPr dirty="0" sz="2500" spc="-160">
                <a:solidFill>
                  <a:srgbClr val="202937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02937"/>
                </a:solidFill>
                <a:latin typeface="Tahoma"/>
                <a:cs typeface="Tahoma"/>
              </a:rPr>
              <a:t>Tunisair.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846565" y="5122673"/>
            <a:ext cx="3228340" cy="90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7480">
              <a:lnSpc>
                <a:spcPct val="114999"/>
              </a:lnSpc>
              <a:spcBef>
                <a:spcPts val="100"/>
              </a:spcBef>
            </a:pPr>
            <a:r>
              <a:rPr dirty="0" sz="2500" spc="50" b="1">
                <a:solidFill>
                  <a:srgbClr val="F5F5F6"/>
                </a:solidFill>
                <a:latin typeface="Trebuchet MS"/>
                <a:cs typeface="Trebuchet MS"/>
              </a:rPr>
              <a:t>Développement</a:t>
            </a:r>
            <a:r>
              <a:rPr dirty="0" sz="2500" spc="-245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spc="50" b="1">
                <a:solidFill>
                  <a:srgbClr val="F5F5F6"/>
                </a:solidFill>
                <a:latin typeface="Trebuchet MS"/>
                <a:cs typeface="Trebuchet MS"/>
              </a:rPr>
              <a:t>de </a:t>
            </a:r>
            <a:r>
              <a:rPr dirty="0" sz="2500" b="1">
                <a:solidFill>
                  <a:srgbClr val="F5F5F6"/>
                </a:solidFill>
                <a:latin typeface="Trebuchet MS"/>
                <a:cs typeface="Trebuchet MS"/>
              </a:rPr>
              <a:t>solutions</a:t>
            </a:r>
            <a:r>
              <a:rPr dirty="0" sz="2500" spc="125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F5F5F6"/>
                </a:solidFill>
                <a:latin typeface="Trebuchet MS"/>
                <a:cs typeface="Trebuchet MS"/>
              </a:rPr>
              <a:t>innovantes.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372630" y="7306780"/>
            <a:ext cx="6275070" cy="1086485"/>
          </a:xfrm>
          <a:custGeom>
            <a:avLst/>
            <a:gdLst/>
            <a:ahLst/>
            <a:cxnLst/>
            <a:rect l="l" t="t" r="r" b="b"/>
            <a:pathLst>
              <a:path w="6275070" h="1086484">
                <a:moveTo>
                  <a:pt x="5819529" y="1086142"/>
                </a:moveTo>
                <a:lnTo>
                  <a:pt x="457200" y="1086142"/>
                </a:lnTo>
                <a:lnTo>
                  <a:pt x="405611" y="1083225"/>
                </a:lnTo>
                <a:lnTo>
                  <a:pt x="355078" y="1074593"/>
                </a:lnTo>
                <a:lnTo>
                  <a:pt x="306048" y="1060435"/>
                </a:lnTo>
                <a:lnTo>
                  <a:pt x="258969" y="1040934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0" y="952232"/>
                </a:lnTo>
                <a:lnTo>
                  <a:pt x="99495" y="913690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3"/>
                </a:lnTo>
                <a:lnTo>
                  <a:pt x="0" y="457200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0" y="133911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9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200" y="0"/>
                </a:lnTo>
                <a:lnTo>
                  <a:pt x="5819529" y="0"/>
                </a:lnTo>
                <a:lnTo>
                  <a:pt x="5871118" y="2918"/>
                </a:lnTo>
                <a:lnTo>
                  <a:pt x="5921651" y="11549"/>
                </a:lnTo>
                <a:lnTo>
                  <a:pt x="5970681" y="25708"/>
                </a:lnTo>
                <a:lnTo>
                  <a:pt x="6017761" y="45209"/>
                </a:lnTo>
                <a:lnTo>
                  <a:pt x="6062442" y="69866"/>
                </a:lnTo>
                <a:lnTo>
                  <a:pt x="6104277" y="99495"/>
                </a:lnTo>
                <a:lnTo>
                  <a:pt x="6142820" y="133911"/>
                </a:lnTo>
                <a:lnTo>
                  <a:pt x="6177235" y="172453"/>
                </a:lnTo>
                <a:lnTo>
                  <a:pt x="6206864" y="214288"/>
                </a:lnTo>
                <a:lnTo>
                  <a:pt x="6231521" y="258969"/>
                </a:lnTo>
                <a:lnTo>
                  <a:pt x="6251022" y="306048"/>
                </a:lnTo>
                <a:lnTo>
                  <a:pt x="6265180" y="355078"/>
                </a:lnTo>
                <a:lnTo>
                  <a:pt x="6273811" y="405611"/>
                </a:lnTo>
                <a:lnTo>
                  <a:pt x="6275020" y="426988"/>
                </a:lnTo>
                <a:lnTo>
                  <a:pt x="6275020" y="659155"/>
                </a:lnTo>
                <a:lnTo>
                  <a:pt x="6265180" y="731064"/>
                </a:lnTo>
                <a:lnTo>
                  <a:pt x="6251022" y="780094"/>
                </a:lnTo>
                <a:lnTo>
                  <a:pt x="6231521" y="827173"/>
                </a:lnTo>
                <a:lnTo>
                  <a:pt x="6206864" y="871854"/>
                </a:lnTo>
                <a:lnTo>
                  <a:pt x="6177235" y="913690"/>
                </a:lnTo>
                <a:lnTo>
                  <a:pt x="6142820" y="952232"/>
                </a:lnTo>
                <a:lnTo>
                  <a:pt x="6104277" y="986647"/>
                </a:lnTo>
                <a:lnTo>
                  <a:pt x="6062442" y="1016276"/>
                </a:lnTo>
                <a:lnTo>
                  <a:pt x="6017761" y="1040934"/>
                </a:lnTo>
                <a:lnTo>
                  <a:pt x="5970681" y="1060435"/>
                </a:lnTo>
                <a:lnTo>
                  <a:pt x="5921651" y="1074593"/>
                </a:lnTo>
                <a:lnTo>
                  <a:pt x="5871118" y="1083225"/>
                </a:lnTo>
                <a:lnTo>
                  <a:pt x="5819529" y="1086142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709609" y="7357720"/>
            <a:ext cx="5603240" cy="90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9600">
              <a:lnSpc>
                <a:spcPct val="114999"/>
              </a:lnSpc>
              <a:spcBef>
                <a:spcPts val="100"/>
              </a:spcBef>
            </a:pPr>
            <a:r>
              <a:rPr dirty="0" sz="2500" b="1">
                <a:solidFill>
                  <a:srgbClr val="F5F5F6"/>
                </a:solidFill>
                <a:latin typeface="Trebuchet MS"/>
                <a:cs typeface="Trebuchet MS"/>
              </a:rPr>
              <a:t>Garantie</a:t>
            </a:r>
            <a:r>
              <a:rPr dirty="0" sz="2500" spc="-210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b="1">
                <a:solidFill>
                  <a:srgbClr val="F5F5F6"/>
                </a:solidFill>
                <a:latin typeface="Trebuchet MS"/>
                <a:cs typeface="Trebuchet MS"/>
              </a:rPr>
              <a:t>d’une</a:t>
            </a:r>
            <a:r>
              <a:rPr dirty="0" sz="2500" spc="-204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F5F5F6"/>
                </a:solidFill>
                <a:latin typeface="Trebuchet MS"/>
                <a:cs typeface="Trebuchet MS"/>
              </a:rPr>
              <a:t>infrastructure </a:t>
            </a:r>
            <a:r>
              <a:rPr dirty="0" sz="2500" b="1">
                <a:solidFill>
                  <a:srgbClr val="F5F5F6"/>
                </a:solidFill>
                <a:latin typeface="Trebuchet MS"/>
                <a:cs typeface="Trebuchet MS"/>
              </a:rPr>
              <a:t>informatique</a:t>
            </a:r>
            <a:r>
              <a:rPr dirty="0" sz="2500" spc="-170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b="1">
                <a:solidFill>
                  <a:srgbClr val="F5F5F6"/>
                </a:solidFill>
                <a:latin typeface="Trebuchet MS"/>
                <a:cs typeface="Trebuchet MS"/>
              </a:rPr>
              <a:t>robuste</a:t>
            </a:r>
            <a:r>
              <a:rPr dirty="0" sz="2500" spc="-165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spc="-55" b="1">
                <a:solidFill>
                  <a:srgbClr val="F5F5F6"/>
                </a:solidFill>
                <a:latin typeface="Trebuchet MS"/>
                <a:cs typeface="Trebuchet MS"/>
              </a:rPr>
              <a:t>et</a:t>
            </a:r>
            <a:r>
              <a:rPr dirty="0" sz="2500" spc="-170" b="1">
                <a:solidFill>
                  <a:srgbClr val="F5F5F6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F5F5F6"/>
                </a:solidFill>
                <a:latin typeface="Trebuchet MS"/>
                <a:cs typeface="Trebuchet MS"/>
              </a:rPr>
              <a:t>performante.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95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95">
                <a:solidFill>
                  <a:srgbClr val="FFFFFF"/>
                </a:solidFill>
              </a:rPr>
              <a:t>6</a:t>
            </a:fld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2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200"/>
              <a:t>L'Équipe</a:t>
            </a:r>
            <a:r>
              <a:rPr dirty="0" sz="4200" spc="-470"/>
              <a:t> </a:t>
            </a:r>
            <a:r>
              <a:rPr dirty="0" sz="4200" spc="-355"/>
              <a:t>IT</a:t>
            </a:r>
            <a:r>
              <a:rPr dirty="0" sz="4200" spc="-470"/>
              <a:t> </a:t>
            </a:r>
            <a:r>
              <a:rPr dirty="0" sz="4200" spc="-25"/>
              <a:t>de</a:t>
            </a:r>
            <a:r>
              <a:rPr dirty="0" sz="4200" spc="-465"/>
              <a:t> </a:t>
            </a:r>
            <a:r>
              <a:rPr dirty="0" sz="4200" spc="-135"/>
              <a:t>Tunisair</a:t>
            </a:r>
            <a:endParaRPr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19278" y="8887973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858420" y="9510622"/>
            <a:ext cx="75565" cy="776605"/>
          </a:xfrm>
          <a:custGeom>
            <a:avLst/>
            <a:gdLst/>
            <a:ahLst/>
            <a:cxnLst/>
            <a:rect l="l" t="t" r="r" b="b"/>
            <a:pathLst>
              <a:path w="75564" h="776604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1241" y="139699"/>
                </a:lnTo>
                <a:lnTo>
                  <a:pt x="2808" y="185544"/>
                </a:lnTo>
                <a:lnTo>
                  <a:pt x="5023" y="233547"/>
                </a:lnTo>
                <a:lnTo>
                  <a:pt x="7862" y="281386"/>
                </a:lnTo>
                <a:lnTo>
                  <a:pt x="11219" y="329064"/>
                </a:lnTo>
                <a:lnTo>
                  <a:pt x="11319" y="330200"/>
                </a:lnTo>
                <a:lnTo>
                  <a:pt x="15397" y="376550"/>
                </a:lnTo>
                <a:lnTo>
                  <a:pt x="20085" y="423868"/>
                </a:lnTo>
                <a:lnTo>
                  <a:pt x="25380" y="471005"/>
                </a:lnTo>
                <a:lnTo>
                  <a:pt x="31280" y="517956"/>
                </a:lnTo>
                <a:lnTo>
                  <a:pt x="37780" y="564718"/>
                </a:lnTo>
                <a:lnTo>
                  <a:pt x="44876" y="611287"/>
                </a:lnTo>
                <a:lnTo>
                  <a:pt x="52564" y="657658"/>
                </a:lnTo>
                <a:lnTo>
                  <a:pt x="60840" y="703828"/>
                </a:lnTo>
                <a:lnTo>
                  <a:pt x="69700" y="749793"/>
                </a:lnTo>
                <a:lnTo>
                  <a:pt x="75185" y="776376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991765" y="9406244"/>
            <a:ext cx="75565" cy="881380"/>
          </a:xfrm>
          <a:custGeom>
            <a:avLst/>
            <a:gdLst/>
            <a:ahLst/>
            <a:cxnLst/>
            <a:rect l="l" t="t" r="r" b="b"/>
            <a:pathLst>
              <a:path w="75565" h="881379">
                <a:moveTo>
                  <a:pt x="0" y="880755"/>
                </a:moveTo>
                <a:lnTo>
                  <a:pt x="14345" y="808207"/>
                </a:lnTo>
                <a:lnTo>
                  <a:pt x="22621" y="762037"/>
                </a:lnTo>
                <a:lnTo>
                  <a:pt x="30309" y="715665"/>
                </a:lnTo>
                <a:lnTo>
                  <a:pt x="37405" y="669097"/>
                </a:lnTo>
                <a:lnTo>
                  <a:pt x="43905" y="622335"/>
                </a:lnTo>
                <a:lnTo>
                  <a:pt x="49804" y="575383"/>
                </a:lnTo>
                <a:lnTo>
                  <a:pt x="55100" y="528247"/>
                </a:lnTo>
                <a:lnTo>
                  <a:pt x="59787" y="480929"/>
                </a:lnTo>
                <a:lnTo>
                  <a:pt x="63765" y="434570"/>
                </a:lnTo>
                <a:lnTo>
                  <a:pt x="63871" y="433434"/>
                </a:lnTo>
                <a:lnTo>
                  <a:pt x="67322" y="385764"/>
                </a:lnTo>
                <a:lnTo>
                  <a:pt x="70162" y="337926"/>
                </a:lnTo>
                <a:lnTo>
                  <a:pt x="72377" y="289922"/>
                </a:lnTo>
                <a:lnTo>
                  <a:pt x="73888" y="244076"/>
                </a:lnTo>
                <a:lnTo>
                  <a:pt x="74999" y="193435"/>
                </a:lnTo>
                <a:lnTo>
                  <a:pt x="75188" y="155178"/>
                </a:lnTo>
                <a:lnTo>
                  <a:pt x="75134" y="144959"/>
                </a:lnTo>
                <a:lnTo>
                  <a:pt x="74955" y="104378"/>
                </a:lnTo>
                <a:lnTo>
                  <a:pt x="74801" y="96485"/>
                </a:lnTo>
                <a:lnTo>
                  <a:pt x="74058" y="53577"/>
                </a:lnTo>
                <a:lnTo>
                  <a:pt x="73879" y="48163"/>
                </a:lnTo>
                <a:lnTo>
                  <a:pt x="72464" y="2776"/>
                </a:lnTo>
                <a:lnTo>
                  <a:pt x="7229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006091" y="8887959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82" y="352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16000" y="1004951"/>
            <a:ext cx="5394960" cy="802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P</a:t>
            </a:r>
            <a:r>
              <a:rPr dirty="0" spc="-225"/>
              <a:t>RO</a:t>
            </a:r>
            <a:r>
              <a:rPr dirty="0" spc="-220"/>
              <a:t>B</a:t>
            </a:r>
            <a:r>
              <a:rPr dirty="0" spc="-225"/>
              <a:t>L</a:t>
            </a:r>
            <a:r>
              <a:rPr dirty="0" spc="-210"/>
              <a:t>E</a:t>
            </a:r>
            <a:r>
              <a:rPr dirty="0" spc="-215"/>
              <a:t>M</a:t>
            </a:r>
            <a:r>
              <a:rPr dirty="0" spc="-225"/>
              <a:t>A</a:t>
            </a:r>
            <a:r>
              <a:rPr dirty="0" spc="-195"/>
              <a:t>T</a:t>
            </a:r>
            <a:r>
              <a:rPr dirty="0" spc="-434"/>
              <a:t>I</a:t>
            </a:r>
            <a:r>
              <a:rPr dirty="0" spc="-225"/>
              <a:t>QU</a:t>
            </a:r>
            <a:r>
              <a:rPr dirty="0" spc="100"/>
              <a:t>E</a:t>
            </a:r>
          </a:p>
        </p:txBody>
      </p:sp>
      <p:sp>
        <p:nvSpPr>
          <p:cNvPr id="16" name="object 16" descr=""/>
          <p:cNvSpPr/>
          <p:nvPr/>
        </p:nvSpPr>
        <p:spPr>
          <a:xfrm>
            <a:off x="8260860" y="3651014"/>
            <a:ext cx="7212330" cy="1086485"/>
          </a:xfrm>
          <a:custGeom>
            <a:avLst/>
            <a:gdLst/>
            <a:ahLst/>
            <a:cxnLst/>
            <a:rect l="l" t="t" r="r" b="b"/>
            <a:pathLst>
              <a:path w="7212330" h="1086485">
                <a:moveTo>
                  <a:pt x="6755003" y="1086142"/>
                </a:moveTo>
                <a:lnTo>
                  <a:pt x="457199" y="1086142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3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1" y="952232"/>
                </a:lnTo>
                <a:lnTo>
                  <a:pt x="99495" y="913689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2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7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6755003" y="0"/>
                </a:lnTo>
                <a:lnTo>
                  <a:pt x="6806592" y="2918"/>
                </a:lnTo>
                <a:lnTo>
                  <a:pt x="6857125" y="11549"/>
                </a:lnTo>
                <a:lnTo>
                  <a:pt x="6906155" y="25707"/>
                </a:lnTo>
                <a:lnTo>
                  <a:pt x="6953234" y="45208"/>
                </a:lnTo>
                <a:lnTo>
                  <a:pt x="6997914" y="69866"/>
                </a:lnTo>
                <a:lnTo>
                  <a:pt x="7039749" y="99495"/>
                </a:lnTo>
                <a:lnTo>
                  <a:pt x="7078291" y="133910"/>
                </a:lnTo>
                <a:lnTo>
                  <a:pt x="7112707" y="172452"/>
                </a:lnTo>
                <a:lnTo>
                  <a:pt x="7142336" y="214288"/>
                </a:lnTo>
                <a:lnTo>
                  <a:pt x="7166994" y="258969"/>
                </a:lnTo>
                <a:lnTo>
                  <a:pt x="7186495" y="306048"/>
                </a:lnTo>
                <a:lnTo>
                  <a:pt x="7200654" y="355078"/>
                </a:lnTo>
                <a:lnTo>
                  <a:pt x="7209285" y="405611"/>
                </a:lnTo>
                <a:lnTo>
                  <a:pt x="7212203" y="457199"/>
                </a:lnTo>
                <a:lnTo>
                  <a:pt x="7212203" y="628942"/>
                </a:lnTo>
                <a:lnTo>
                  <a:pt x="7209285" y="680531"/>
                </a:lnTo>
                <a:lnTo>
                  <a:pt x="7200654" y="731064"/>
                </a:lnTo>
                <a:lnTo>
                  <a:pt x="7186495" y="780094"/>
                </a:lnTo>
                <a:lnTo>
                  <a:pt x="7166994" y="827173"/>
                </a:lnTo>
                <a:lnTo>
                  <a:pt x="7142336" y="871854"/>
                </a:lnTo>
                <a:lnTo>
                  <a:pt x="7112707" y="913689"/>
                </a:lnTo>
                <a:lnTo>
                  <a:pt x="7078291" y="952232"/>
                </a:lnTo>
                <a:lnTo>
                  <a:pt x="7039749" y="986647"/>
                </a:lnTo>
                <a:lnTo>
                  <a:pt x="6997914" y="1016276"/>
                </a:lnTo>
                <a:lnTo>
                  <a:pt x="6953234" y="1040933"/>
                </a:lnTo>
                <a:lnTo>
                  <a:pt x="6906155" y="1060434"/>
                </a:lnTo>
                <a:lnTo>
                  <a:pt x="6857125" y="1074593"/>
                </a:lnTo>
                <a:lnTo>
                  <a:pt x="6806592" y="1083224"/>
                </a:lnTo>
                <a:lnTo>
                  <a:pt x="6755003" y="1086142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0541720" y="3972993"/>
            <a:ext cx="2650490" cy="389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185" b="1">
                <a:solidFill>
                  <a:srgbClr val="FFFFFF"/>
                </a:solidFill>
                <a:latin typeface="Tahoma"/>
                <a:cs typeface="Tahoma"/>
              </a:rPr>
              <a:t>Perte </a:t>
            </a:r>
            <a:r>
              <a:rPr dirty="0" sz="2350" spc="13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350" spc="1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95" b="1">
                <a:solidFill>
                  <a:srgbClr val="FFFFFF"/>
                </a:solidFill>
                <a:latin typeface="Tahoma"/>
                <a:cs typeface="Tahoma"/>
              </a:rPr>
              <a:t>temps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8260860" y="2222617"/>
            <a:ext cx="7212330" cy="1086485"/>
          </a:xfrm>
          <a:custGeom>
            <a:avLst/>
            <a:gdLst/>
            <a:ahLst/>
            <a:cxnLst/>
            <a:rect l="l" t="t" r="r" b="b"/>
            <a:pathLst>
              <a:path w="7212330" h="1086485">
                <a:moveTo>
                  <a:pt x="6755003" y="1086142"/>
                </a:moveTo>
                <a:lnTo>
                  <a:pt x="457199" y="1086142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4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1" y="952232"/>
                </a:lnTo>
                <a:lnTo>
                  <a:pt x="99495" y="913690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2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6755003" y="0"/>
                </a:lnTo>
                <a:lnTo>
                  <a:pt x="6806592" y="2918"/>
                </a:lnTo>
                <a:lnTo>
                  <a:pt x="6857125" y="11549"/>
                </a:lnTo>
                <a:lnTo>
                  <a:pt x="6906155" y="25708"/>
                </a:lnTo>
                <a:lnTo>
                  <a:pt x="6953234" y="45208"/>
                </a:lnTo>
                <a:lnTo>
                  <a:pt x="6997914" y="69866"/>
                </a:lnTo>
                <a:lnTo>
                  <a:pt x="7039749" y="99495"/>
                </a:lnTo>
                <a:lnTo>
                  <a:pt x="7078291" y="133910"/>
                </a:lnTo>
                <a:lnTo>
                  <a:pt x="7112707" y="172452"/>
                </a:lnTo>
                <a:lnTo>
                  <a:pt x="7142336" y="214288"/>
                </a:lnTo>
                <a:lnTo>
                  <a:pt x="7166994" y="258969"/>
                </a:lnTo>
                <a:lnTo>
                  <a:pt x="7186495" y="306048"/>
                </a:lnTo>
                <a:lnTo>
                  <a:pt x="7200654" y="355078"/>
                </a:lnTo>
                <a:lnTo>
                  <a:pt x="7209285" y="405611"/>
                </a:lnTo>
                <a:lnTo>
                  <a:pt x="7212203" y="457199"/>
                </a:lnTo>
                <a:lnTo>
                  <a:pt x="7212203" y="628942"/>
                </a:lnTo>
                <a:lnTo>
                  <a:pt x="7209285" y="680531"/>
                </a:lnTo>
                <a:lnTo>
                  <a:pt x="7200654" y="731064"/>
                </a:lnTo>
                <a:lnTo>
                  <a:pt x="7186495" y="780094"/>
                </a:lnTo>
                <a:lnTo>
                  <a:pt x="7166994" y="827173"/>
                </a:lnTo>
                <a:lnTo>
                  <a:pt x="7142336" y="871854"/>
                </a:lnTo>
                <a:lnTo>
                  <a:pt x="7112707" y="913690"/>
                </a:lnTo>
                <a:lnTo>
                  <a:pt x="7078291" y="952232"/>
                </a:lnTo>
                <a:lnTo>
                  <a:pt x="7039749" y="986647"/>
                </a:lnTo>
                <a:lnTo>
                  <a:pt x="6997914" y="1016276"/>
                </a:lnTo>
                <a:lnTo>
                  <a:pt x="6953234" y="1040934"/>
                </a:lnTo>
                <a:lnTo>
                  <a:pt x="6906155" y="1060434"/>
                </a:lnTo>
                <a:lnTo>
                  <a:pt x="6857125" y="1074593"/>
                </a:lnTo>
                <a:lnTo>
                  <a:pt x="6806592" y="1083224"/>
                </a:lnTo>
                <a:lnTo>
                  <a:pt x="6755003" y="1086142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8769623" y="2563888"/>
            <a:ext cx="6194425" cy="389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145" b="1">
                <a:solidFill>
                  <a:srgbClr val="FFFFFF"/>
                </a:solidFill>
                <a:latin typeface="Tahoma"/>
                <a:cs typeface="Tahoma"/>
              </a:rPr>
              <a:t>Manque</a:t>
            </a:r>
            <a:r>
              <a:rPr dirty="0" sz="2350" spc="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55" b="1">
                <a:solidFill>
                  <a:srgbClr val="FFFFFF"/>
                </a:solidFill>
                <a:latin typeface="Tahoma"/>
                <a:cs typeface="Tahoma"/>
              </a:rPr>
              <a:t>d’information</a:t>
            </a:r>
            <a:r>
              <a:rPr dirty="0" sz="2350" spc="20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95" b="1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2350" spc="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215" b="1">
                <a:solidFill>
                  <a:srgbClr val="FFFFFF"/>
                </a:solidFill>
                <a:latin typeface="Tahoma"/>
                <a:cs typeface="Tahoma"/>
              </a:rPr>
              <a:t>temps</a:t>
            </a:r>
            <a:r>
              <a:rPr dirty="0" sz="2350" spc="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95" b="1">
                <a:solidFill>
                  <a:srgbClr val="FFFFFF"/>
                </a:solidFill>
                <a:latin typeface="Tahoma"/>
                <a:cs typeface="Tahoma"/>
              </a:rPr>
              <a:t>réel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8260860" y="5077233"/>
            <a:ext cx="7212330" cy="1086485"/>
          </a:xfrm>
          <a:custGeom>
            <a:avLst/>
            <a:gdLst/>
            <a:ahLst/>
            <a:cxnLst/>
            <a:rect l="l" t="t" r="r" b="b"/>
            <a:pathLst>
              <a:path w="7212330" h="1086485">
                <a:moveTo>
                  <a:pt x="6755003" y="1086142"/>
                </a:moveTo>
                <a:lnTo>
                  <a:pt x="457199" y="1086142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3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1" y="952231"/>
                </a:lnTo>
                <a:lnTo>
                  <a:pt x="99495" y="913689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2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7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6755003" y="0"/>
                </a:lnTo>
                <a:lnTo>
                  <a:pt x="6806592" y="2918"/>
                </a:lnTo>
                <a:lnTo>
                  <a:pt x="6857125" y="11549"/>
                </a:lnTo>
                <a:lnTo>
                  <a:pt x="6906155" y="25707"/>
                </a:lnTo>
                <a:lnTo>
                  <a:pt x="6953234" y="45208"/>
                </a:lnTo>
                <a:lnTo>
                  <a:pt x="6997914" y="69866"/>
                </a:lnTo>
                <a:lnTo>
                  <a:pt x="7039749" y="99495"/>
                </a:lnTo>
                <a:lnTo>
                  <a:pt x="7078291" y="133910"/>
                </a:lnTo>
                <a:lnTo>
                  <a:pt x="7112707" y="172452"/>
                </a:lnTo>
                <a:lnTo>
                  <a:pt x="7142336" y="214288"/>
                </a:lnTo>
                <a:lnTo>
                  <a:pt x="7166994" y="258969"/>
                </a:lnTo>
                <a:lnTo>
                  <a:pt x="7186495" y="306048"/>
                </a:lnTo>
                <a:lnTo>
                  <a:pt x="7200654" y="355078"/>
                </a:lnTo>
                <a:lnTo>
                  <a:pt x="7209285" y="405611"/>
                </a:lnTo>
                <a:lnTo>
                  <a:pt x="7212203" y="457199"/>
                </a:lnTo>
                <a:lnTo>
                  <a:pt x="7212203" y="628942"/>
                </a:lnTo>
                <a:lnTo>
                  <a:pt x="7209285" y="680531"/>
                </a:lnTo>
                <a:lnTo>
                  <a:pt x="7200654" y="731064"/>
                </a:lnTo>
                <a:lnTo>
                  <a:pt x="7186495" y="780094"/>
                </a:lnTo>
                <a:lnTo>
                  <a:pt x="7166994" y="827173"/>
                </a:lnTo>
                <a:lnTo>
                  <a:pt x="7142336" y="871854"/>
                </a:lnTo>
                <a:lnTo>
                  <a:pt x="7112707" y="913689"/>
                </a:lnTo>
                <a:lnTo>
                  <a:pt x="7078291" y="952231"/>
                </a:lnTo>
                <a:lnTo>
                  <a:pt x="7039749" y="986647"/>
                </a:lnTo>
                <a:lnTo>
                  <a:pt x="6997914" y="1016276"/>
                </a:lnTo>
                <a:lnTo>
                  <a:pt x="6953234" y="1040933"/>
                </a:lnTo>
                <a:lnTo>
                  <a:pt x="6906155" y="1060434"/>
                </a:lnTo>
                <a:lnTo>
                  <a:pt x="6857125" y="1074593"/>
                </a:lnTo>
                <a:lnTo>
                  <a:pt x="6806592" y="1083224"/>
                </a:lnTo>
                <a:lnTo>
                  <a:pt x="6755003" y="1086142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9587880" y="5399212"/>
            <a:ext cx="4558030" cy="389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145" b="1">
                <a:solidFill>
                  <a:srgbClr val="FFFFFF"/>
                </a:solidFill>
                <a:latin typeface="Tahoma"/>
                <a:cs typeface="Tahoma"/>
              </a:rPr>
              <a:t>Manque</a:t>
            </a:r>
            <a:r>
              <a:rPr dirty="0" sz="2350" spc="1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3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350" spc="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10" b="1">
                <a:solidFill>
                  <a:srgbClr val="FFFFFF"/>
                </a:solidFill>
                <a:latin typeface="Tahoma"/>
                <a:cs typeface="Tahoma"/>
              </a:rPr>
              <a:t>suivi</a:t>
            </a:r>
            <a:r>
              <a:rPr dirty="0" sz="2350" spc="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70" b="1">
                <a:solidFill>
                  <a:srgbClr val="FFFFFF"/>
                </a:solidFill>
                <a:latin typeface="Tahoma"/>
                <a:cs typeface="Tahoma"/>
              </a:rPr>
              <a:t>centralisé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8260860" y="6503452"/>
            <a:ext cx="7212330" cy="1086485"/>
          </a:xfrm>
          <a:custGeom>
            <a:avLst/>
            <a:gdLst/>
            <a:ahLst/>
            <a:cxnLst/>
            <a:rect l="l" t="t" r="r" b="b"/>
            <a:pathLst>
              <a:path w="7212330" h="1086484">
                <a:moveTo>
                  <a:pt x="6755003" y="1086143"/>
                </a:moveTo>
                <a:lnTo>
                  <a:pt x="457199" y="1086143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4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1" y="952232"/>
                </a:lnTo>
                <a:lnTo>
                  <a:pt x="99495" y="913689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3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1" y="133911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6755003" y="0"/>
                </a:lnTo>
                <a:lnTo>
                  <a:pt x="6806592" y="2918"/>
                </a:lnTo>
                <a:lnTo>
                  <a:pt x="6857125" y="11549"/>
                </a:lnTo>
                <a:lnTo>
                  <a:pt x="6906155" y="25708"/>
                </a:lnTo>
                <a:lnTo>
                  <a:pt x="6953234" y="45208"/>
                </a:lnTo>
                <a:lnTo>
                  <a:pt x="6997914" y="69866"/>
                </a:lnTo>
                <a:lnTo>
                  <a:pt x="7039749" y="99495"/>
                </a:lnTo>
                <a:lnTo>
                  <a:pt x="7078291" y="133911"/>
                </a:lnTo>
                <a:lnTo>
                  <a:pt x="7112707" y="172453"/>
                </a:lnTo>
                <a:lnTo>
                  <a:pt x="7142336" y="214288"/>
                </a:lnTo>
                <a:lnTo>
                  <a:pt x="7166994" y="258969"/>
                </a:lnTo>
                <a:lnTo>
                  <a:pt x="7186495" y="306048"/>
                </a:lnTo>
                <a:lnTo>
                  <a:pt x="7200654" y="355078"/>
                </a:lnTo>
                <a:lnTo>
                  <a:pt x="7209285" y="405611"/>
                </a:lnTo>
                <a:lnTo>
                  <a:pt x="7212203" y="457199"/>
                </a:lnTo>
                <a:lnTo>
                  <a:pt x="7212203" y="628943"/>
                </a:lnTo>
                <a:lnTo>
                  <a:pt x="7209285" y="680531"/>
                </a:lnTo>
                <a:lnTo>
                  <a:pt x="7200654" y="731064"/>
                </a:lnTo>
                <a:lnTo>
                  <a:pt x="7186495" y="780094"/>
                </a:lnTo>
                <a:lnTo>
                  <a:pt x="7166994" y="827173"/>
                </a:lnTo>
                <a:lnTo>
                  <a:pt x="7142336" y="871854"/>
                </a:lnTo>
                <a:lnTo>
                  <a:pt x="7112707" y="913689"/>
                </a:lnTo>
                <a:lnTo>
                  <a:pt x="7078291" y="952232"/>
                </a:lnTo>
                <a:lnTo>
                  <a:pt x="7039749" y="986647"/>
                </a:lnTo>
                <a:lnTo>
                  <a:pt x="6997914" y="1016276"/>
                </a:lnTo>
                <a:lnTo>
                  <a:pt x="6953234" y="1040934"/>
                </a:lnTo>
                <a:lnTo>
                  <a:pt x="6906155" y="1060434"/>
                </a:lnTo>
                <a:lnTo>
                  <a:pt x="6857125" y="1074593"/>
                </a:lnTo>
                <a:lnTo>
                  <a:pt x="6806592" y="1083224"/>
                </a:lnTo>
                <a:lnTo>
                  <a:pt x="6755003" y="1086143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9604102" y="6825432"/>
            <a:ext cx="4525645" cy="389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150" b="1">
                <a:solidFill>
                  <a:srgbClr val="FFFFFF"/>
                </a:solidFill>
                <a:latin typeface="Tahoma"/>
                <a:cs typeface="Tahoma"/>
              </a:rPr>
              <a:t>Risque</a:t>
            </a:r>
            <a:r>
              <a:rPr dirty="0" sz="2350" spc="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35" b="1">
                <a:solidFill>
                  <a:srgbClr val="FFFFFF"/>
                </a:solidFill>
                <a:latin typeface="Tahoma"/>
                <a:cs typeface="Tahoma"/>
              </a:rPr>
              <a:t>d’erreurs</a:t>
            </a:r>
            <a:r>
              <a:rPr dirty="0" sz="2350" spc="20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30" b="1">
                <a:solidFill>
                  <a:srgbClr val="FFFFFF"/>
                </a:solidFill>
                <a:latin typeface="Tahoma"/>
                <a:cs typeface="Tahoma"/>
              </a:rPr>
              <a:t>humaines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8260860" y="7932495"/>
            <a:ext cx="7212330" cy="1086485"/>
          </a:xfrm>
          <a:custGeom>
            <a:avLst/>
            <a:gdLst/>
            <a:ahLst/>
            <a:cxnLst/>
            <a:rect l="l" t="t" r="r" b="b"/>
            <a:pathLst>
              <a:path w="7212330" h="1086484">
                <a:moveTo>
                  <a:pt x="6755003" y="1086143"/>
                </a:moveTo>
                <a:lnTo>
                  <a:pt x="457199" y="1086143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4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1" y="952232"/>
                </a:lnTo>
                <a:lnTo>
                  <a:pt x="99495" y="913689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3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1" y="133911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6755003" y="0"/>
                </a:lnTo>
                <a:lnTo>
                  <a:pt x="6806592" y="2918"/>
                </a:lnTo>
                <a:lnTo>
                  <a:pt x="6857125" y="11549"/>
                </a:lnTo>
                <a:lnTo>
                  <a:pt x="6906155" y="25708"/>
                </a:lnTo>
                <a:lnTo>
                  <a:pt x="6953234" y="45208"/>
                </a:lnTo>
                <a:lnTo>
                  <a:pt x="6997914" y="69866"/>
                </a:lnTo>
                <a:lnTo>
                  <a:pt x="7039749" y="99495"/>
                </a:lnTo>
                <a:lnTo>
                  <a:pt x="7078291" y="133911"/>
                </a:lnTo>
                <a:lnTo>
                  <a:pt x="7112707" y="172453"/>
                </a:lnTo>
                <a:lnTo>
                  <a:pt x="7142336" y="214288"/>
                </a:lnTo>
                <a:lnTo>
                  <a:pt x="7166994" y="258969"/>
                </a:lnTo>
                <a:lnTo>
                  <a:pt x="7186495" y="306048"/>
                </a:lnTo>
                <a:lnTo>
                  <a:pt x="7200654" y="355078"/>
                </a:lnTo>
                <a:lnTo>
                  <a:pt x="7209285" y="405611"/>
                </a:lnTo>
                <a:lnTo>
                  <a:pt x="7212203" y="457199"/>
                </a:lnTo>
                <a:lnTo>
                  <a:pt x="7212203" y="628943"/>
                </a:lnTo>
                <a:lnTo>
                  <a:pt x="7209285" y="680531"/>
                </a:lnTo>
                <a:lnTo>
                  <a:pt x="7200654" y="731064"/>
                </a:lnTo>
                <a:lnTo>
                  <a:pt x="7186495" y="780094"/>
                </a:lnTo>
                <a:lnTo>
                  <a:pt x="7166994" y="827173"/>
                </a:lnTo>
                <a:lnTo>
                  <a:pt x="7142336" y="871854"/>
                </a:lnTo>
                <a:lnTo>
                  <a:pt x="7112707" y="913689"/>
                </a:lnTo>
                <a:lnTo>
                  <a:pt x="7078291" y="952232"/>
                </a:lnTo>
                <a:lnTo>
                  <a:pt x="7039749" y="986647"/>
                </a:lnTo>
                <a:lnTo>
                  <a:pt x="6997914" y="1016276"/>
                </a:lnTo>
                <a:lnTo>
                  <a:pt x="6953234" y="1040934"/>
                </a:lnTo>
                <a:lnTo>
                  <a:pt x="6906155" y="1060434"/>
                </a:lnTo>
                <a:lnTo>
                  <a:pt x="6857125" y="1074593"/>
                </a:lnTo>
                <a:lnTo>
                  <a:pt x="6806592" y="1083224"/>
                </a:lnTo>
                <a:lnTo>
                  <a:pt x="6755003" y="1086143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8646187" y="8254476"/>
            <a:ext cx="6495415" cy="389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185" b="1">
                <a:solidFill>
                  <a:srgbClr val="FFFFFF"/>
                </a:solidFill>
                <a:latin typeface="Tahoma"/>
                <a:cs typeface="Tahoma"/>
              </a:rPr>
              <a:t>Absence</a:t>
            </a:r>
            <a:r>
              <a:rPr dirty="0" sz="2350" spc="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3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350" spc="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80" b="1">
                <a:solidFill>
                  <a:srgbClr val="FFFFFF"/>
                </a:solidFill>
                <a:latin typeface="Tahoma"/>
                <a:cs typeface="Tahoma"/>
              </a:rPr>
              <a:t>traçabilité</a:t>
            </a:r>
            <a:r>
              <a:rPr dirty="0" sz="2350" spc="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220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2350" spc="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45" b="1">
                <a:solidFill>
                  <a:srgbClr val="FFFFFF"/>
                </a:solidFill>
                <a:latin typeface="Tahoma"/>
                <a:cs typeface="Tahoma"/>
              </a:rPr>
              <a:t>d’historique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152867"/>
            <a:ext cx="6162674" cy="4114799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8260860" y="926923"/>
            <a:ext cx="7212330" cy="1086485"/>
          </a:xfrm>
          <a:custGeom>
            <a:avLst/>
            <a:gdLst/>
            <a:ahLst/>
            <a:cxnLst/>
            <a:rect l="l" t="t" r="r" b="b"/>
            <a:pathLst>
              <a:path w="7212330" h="1086485">
                <a:moveTo>
                  <a:pt x="6755003" y="1086142"/>
                </a:moveTo>
                <a:lnTo>
                  <a:pt x="457199" y="1086142"/>
                </a:lnTo>
                <a:lnTo>
                  <a:pt x="405611" y="1083224"/>
                </a:lnTo>
                <a:lnTo>
                  <a:pt x="355078" y="1074593"/>
                </a:lnTo>
                <a:lnTo>
                  <a:pt x="306048" y="1060434"/>
                </a:lnTo>
                <a:lnTo>
                  <a:pt x="258969" y="1040933"/>
                </a:lnTo>
                <a:lnTo>
                  <a:pt x="214288" y="1016276"/>
                </a:lnTo>
                <a:lnTo>
                  <a:pt x="172453" y="986647"/>
                </a:lnTo>
                <a:lnTo>
                  <a:pt x="133911" y="952232"/>
                </a:lnTo>
                <a:lnTo>
                  <a:pt x="99495" y="913689"/>
                </a:lnTo>
                <a:lnTo>
                  <a:pt x="69866" y="871854"/>
                </a:lnTo>
                <a:lnTo>
                  <a:pt x="45208" y="827173"/>
                </a:lnTo>
                <a:lnTo>
                  <a:pt x="25708" y="780094"/>
                </a:lnTo>
                <a:lnTo>
                  <a:pt x="11549" y="731064"/>
                </a:lnTo>
                <a:lnTo>
                  <a:pt x="2918" y="680531"/>
                </a:lnTo>
                <a:lnTo>
                  <a:pt x="0" y="628942"/>
                </a:lnTo>
                <a:lnTo>
                  <a:pt x="0" y="457199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2"/>
                </a:lnTo>
                <a:lnTo>
                  <a:pt x="133911" y="133910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8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199" y="0"/>
                </a:lnTo>
                <a:lnTo>
                  <a:pt x="6755003" y="0"/>
                </a:lnTo>
                <a:lnTo>
                  <a:pt x="6806592" y="2918"/>
                </a:lnTo>
                <a:lnTo>
                  <a:pt x="6857125" y="11549"/>
                </a:lnTo>
                <a:lnTo>
                  <a:pt x="6906155" y="25708"/>
                </a:lnTo>
                <a:lnTo>
                  <a:pt x="6953234" y="45208"/>
                </a:lnTo>
                <a:lnTo>
                  <a:pt x="6997914" y="69866"/>
                </a:lnTo>
                <a:lnTo>
                  <a:pt x="7039749" y="99495"/>
                </a:lnTo>
                <a:lnTo>
                  <a:pt x="7078291" y="133910"/>
                </a:lnTo>
                <a:lnTo>
                  <a:pt x="7112707" y="172452"/>
                </a:lnTo>
                <a:lnTo>
                  <a:pt x="7142336" y="214288"/>
                </a:lnTo>
                <a:lnTo>
                  <a:pt x="7166994" y="258969"/>
                </a:lnTo>
                <a:lnTo>
                  <a:pt x="7186495" y="306048"/>
                </a:lnTo>
                <a:lnTo>
                  <a:pt x="7200654" y="355078"/>
                </a:lnTo>
                <a:lnTo>
                  <a:pt x="7209285" y="405611"/>
                </a:lnTo>
                <a:lnTo>
                  <a:pt x="7212203" y="457199"/>
                </a:lnTo>
                <a:lnTo>
                  <a:pt x="7212203" y="628942"/>
                </a:lnTo>
                <a:lnTo>
                  <a:pt x="7209285" y="680531"/>
                </a:lnTo>
                <a:lnTo>
                  <a:pt x="7200654" y="731064"/>
                </a:lnTo>
                <a:lnTo>
                  <a:pt x="7186495" y="780094"/>
                </a:lnTo>
                <a:lnTo>
                  <a:pt x="7166994" y="827173"/>
                </a:lnTo>
                <a:lnTo>
                  <a:pt x="7142336" y="871854"/>
                </a:lnTo>
                <a:lnTo>
                  <a:pt x="7112707" y="913689"/>
                </a:lnTo>
                <a:lnTo>
                  <a:pt x="7078291" y="952232"/>
                </a:lnTo>
                <a:lnTo>
                  <a:pt x="7039749" y="986647"/>
                </a:lnTo>
                <a:lnTo>
                  <a:pt x="6997914" y="1016276"/>
                </a:lnTo>
                <a:lnTo>
                  <a:pt x="6953234" y="1040933"/>
                </a:lnTo>
                <a:lnTo>
                  <a:pt x="6906155" y="1060434"/>
                </a:lnTo>
                <a:lnTo>
                  <a:pt x="6857125" y="1074593"/>
                </a:lnTo>
                <a:lnTo>
                  <a:pt x="6806592" y="1083224"/>
                </a:lnTo>
                <a:lnTo>
                  <a:pt x="6755003" y="1086142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0724034" y="1268195"/>
            <a:ext cx="2286000" cy="389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145" b="1">
                <a:solidFill>
                  <a:srgbClr val="FFFFFF"/>
                </a:solidFill>
                <a:latin typeface="Tahoma"/>
                <a:cs typeface="Tahoma"/>
              </a:rPr>
              <a:t>Manque</a:t>
            </a:r>
            <a:r>
              <a:rPr dirty="0" sz="2350" spc="1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13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350" spc="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40" b="1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95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95">
                <a:solidFill>
                  <a:srgbClr val="FFFFFF"/>
                </a:solidFill>
              </a:rPr>
              <a:t>6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493642" y="9994176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8172" y="2632978"/>
            <a:ext cx="2333624" cy="23336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372" y="2632978"/>
            <a:ext cx="2400299" cy="215264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6591" y="2694665"/>
            <a:ext cx="1447799" cy="2276474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2048909" y="6596953"/>
            <a:ext cx="6150610" cy="1045210"/>
          </a:xfrm>
          <a:custGeom>
            <a:avLst/>
            <a:gdLst/>
            <a:ahLst/>
            <a:cxnLst/>
            <a:rect l="l" t="t" r="r" b="b"/>
            <a:pathLst>
              <a:path w="6150609" h="1045209">
                <a:moveTo>
                  <a:pt x="5694904" y="1044761"/>
                </a:moveTo>
                <a:lnTo>
                  <a:pt x="457200" y="1044761"/>
                </a:lnTo>
                <a:lnTo>
                  <a:pt x="405611" y="1041844"/>
                </a:lnTo>
                <a:lnTo>
                  <a:pt x="355078" y="1033212"/>
                </a:lnTo>
                <a:lnTo>
                  <a:pt x="306048" y="1019054"/>
                </a:lnTo>
                <a:lnTo>
                  <a:pt x="258969" y="999553"/>
                </a:lnTo>
                <a:lnTo>
                  <a:pt x="214288" y="974895"/>
                </a:lnTo>
                <a:lnTo>
                  <a:pt x="172452" y="945266"/>
                </a:lnTo>
                <a:lnTo>
                  <a:pt x="133910" y="910851"/>
                </a:lnTo>
                <a:lnTo>
                  <a:pt x="99495" y="872309"/>
                </a:lnTo>
                <a:lnTo>
                  <a:pt x="69866" y="830473"/>
                </a:lnTo>
                <a:lnTo>
                  <a:pt x="45208" y="785792"/>
                </a:lnTo>
                <a:lnTo>
                  <a:pt x="25708" y="738713"/>
                </a:lnTo>
                <a:lnTo>
                  <a:pt x="11549" y="689683"/>
                </a:lnTo>
                <a:lnTo>
                  <a:pt x="2918" y="639150"/>
                </a:lnTo>
                <a:lnTo>
                  <a:pt x="0" y="587561"/>
                </a:lnTo>
                <a:lnTo>
                  <a:pt x="0" y="457200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0" y="133911"/>
                </a:lnTo>
                <a:lnTo>
                  <a:pt x="172452" y="99495"/>
                </a:lnTo>
                <a:lnTo>
                  <a:pt x="214288" y="69866"/>
                </a:lnTo>
                <a:lnTo>
                  <a:pt x="258969" y="45209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200" y="0"/>
                </a:lnTo>
                <a:lnTo>
                  <a:pt x="5694904" y="0"/>
                </a:lnTo>
                <a:lnTo>
                  <a:pt x="5746493" y="2918"/>
                </a:lnTo>
                <a:lnTo>
                  <a:pt x="5797025" y="11549"/>
                </a:lnTo>
                <a:lnTo>
                  <a:pt x="5846055" y="25708"/>
                </a:lnTo>
                <a:lnTo>
                  <a:pt x="5893134" y="45209"/>
                </a:lnTo>
                <a:lnTo>
                  <a:pt x="5937815" y="69866"/>
                </a:lnTo>
                <a:lnTo>
                  <a:pt x="5979650" y="99495"/>
                </a:lnTo>
                <a:lnTo>
                  <a:pt x="6018193" y="133911"/>
                </a:lnTo>
                <a:lnTo>
                  <a:pt x="6052608" y="172453"/>
                </a:lnTo>
                <a:lnTo>
                  <a:pt x="6082237" y="214288"/>
                </a:lnTo>
                <a:lnTo>
                  <a:pt x="6106895" y="258969"/>
                </a:lnTo>
                <a:lnTo>
                  <a:pt x="6126395" y="306048"/>
                </a:lnTo>
                <a:lnTo>
                  <a:pt x="6140554" y="355078"/>
                </a:lnTo>
                <a:lnTo>
                  <a:pt x="6149185" y="405611"/>
                </a:lnTo>
                <a:lnTo>
                  <a:pt x="6150219" y="423881"/>
                </a:lnTo>
                <a:lnTo>
                  <a:pt x="6150219" y="620880"/>
                </a:lnTo>
                <a:lnTo>
                  <a:pt x="6140554" y="689683"/>
                </a:lnTo>
                <a:lnTo>
                  <a:pt x="6126395" y="738713"/>
                </a:lnTo>
                <a:lnTo>
                  <a:pt x="6106895" y="785792"/>
                </a:lnTo>
                <a:lnTo>
                  <a:pt x="6082237" y="830473"/>
                </a:lnTo>
                <a:lnTo>
                  <a:pt x="6052608" y="872309"/>
                </a:lnTo>
                <a:lnTo>
                  <a:pt x="6018193" y="910851"/>
                </a:lnTo>
                <a:lnTo>
                  <a:pt x="5979650" y="945266"/>
                </a:lnTo>
                <a:lnTo>
                  <a:pt x="5937815" y="974895"/>
                </a:lnTo>
                <a:lnTo>
                  <a:pt x="5893134" y="999553"/>
                </a:lnTo>
                <a:lnTo>
                  <a:pt x="5846055" y="1019054"/>
                </a:lnTo>
                <a:lnTo>
                  <a:pt x="5797025" y="1033212"/>
                </a:lnTo>
                <a:lnTo>
                  <a:pt x="5746493" y="1041844"/>
                </a:lnTo>
                <a:lnTo>
                  <a:pt x="5694904" y="1044761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9002719" y="7980675"/>
            <a:ext cx="7264400" cy="1045210"/>
          </a:xfrm>
          <a:custGeom>
            <a:avLst/>
            <a:gdLst/>
            <a:ahLst/>
            <a:cxnLst/>
            <a:rect l="l" t="t" r="r" b="b"/>
            <a:pathLst>
              <a:path w="7264400" h="1045209">
                <a:moveTo>
                  <a:pt x="6807979" y="1044761"/>
                </a:moveTo>
                <a:lnTo>
                  <a:pt x="457200" y="1044761"/>
                </a:lnTo>
                <a:lnTo>
                  <a:pt x="405611" y="1041843"/>
                </a:lnTo>
                <a:lnTo>
                  <a:pt x="355078" y="1033212"/>
                </a:lnTo>
                <a:lnTo>
                  <a:pt x="306048" y="1019053"/>
                </a:lnTo>
                <a:lnTo>
                  <a:pt x="258969" y="999553"/>
                </a:lnTo>
                <a:lnTo>
                  <a:pt x="214288" y="974895"/>
                </a:lnTo>
                <a:lnTo>
                  <a:pt x="172453" y="945266"/>
                </a:lnTo>
                <a:lnTo>
                  <a:pt x="133911" y="910851"/>
                </a:lnTo>
                <a:lnTo>
                  <a:pt x="99495" y="872309"/>
                </a:lnTo>
                <a:lnTo>
                  <a:pt x="69866" y="830473"/>
                </a:lnTo>
                <a:lnTo>
                  <a:pt x="45209" y="785792"/>
                </a:lnTo>
                <a:lnTo>
                  <a:pt x="25708" y="738713"/>
                </a:lnTo>
                <a:lnTo>
                  <a:pt x="11549" y="689683"/>
                </a:lnTo>
                <a:lnTo>
                  <a:pt x="2918" y="639150"/>
                </a:lnTo>
                <a:lnTo>
                  <a:pt x="0" y="587561"/>
                </a:lnTo>
                <a:lnTo>
                  <a:pt x="0" y="457200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9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1" y="133911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9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200" y="0"/>
                </a:lnTo>
                <a:lnTo>
                  <a:pt x="6807979" y="0"/>
                </a:lnTo>
                <a:lnTo>
                  <a:pt x="6859568" y="2918"/>
                </a:lnTo>
                <a:lnTo>
                  <a:pt x="6910101" y="11549"/>
                </a:lnTo>
                <a:lnTo>
                  <a:pt x="6959131" y="25708"/>
                </a:lnTo>
                <a:lnTo>
                  <a:pt x="7006210" y="45209"/>
                </a:lnTo>
                <a:lnTo>
                  <a:pt x="7050891" y="69866"/>
                </a:lnTo>
                <a:lnTo>
                  <a:pt x="7092727" y="99495"/>
                </a:lnTo>
                <a:lnTo>
                  <a:pt x="7131269" y="133911"/>
                </a:lnTo>
                <a:lnTo>
                  <a:pt x="7165684" y="172453"/>
                </a:lnTo>
                <a:lnTo>
                  <a:pt x="7195313" y="214288"/>
                </a:lnTo>
                <a:lnTo>
                  <a:pt x="7219970" y="258969"/>
                </a:lnTo>
                <a:lnTo>
                  <a:pt x="7239471" y="306048"/>
                </a:lnTo>
                <a:lnTo>
                  <a:pt x="7253629" y="355078"/>
                </a:lnTo>
                <a:lnTo>
                  <a:pt x="7262260" y="405611"/>
                </a:lnTo>
                <a:lnTo>
                  <a:pt x="7264359" y="442713"/>
                </a:lnTo>
                <a:lnTo>
                  <a:pt x="7264359" y="602048"/>
                </a:lnTo>
                <a:lnTo>
                  <a:pt x="7253629" y="689683"/>
                </a:lnTo>
                <a:lnTo>
                  <a:pt x="7239471" y="738713"/>
                </a:lnTo>
                <a:lnTo>
                  <a:pt x="7219970" y="785792"/>
                </a:lnTo>
                <a:lnTo>
                  <a:pt x="7195313" y="830473"/>
                </a:lnTo>
                <a:lnTo>
                  <a:pt x="7165684" y="872309"/>
                </a:lnTo>
                <a:lnTo>
                  <a:pt x="7131269" y="910851"/>
                </a:lnTo>
                <a:lnTo>
                  <a:pt x="7092727" y="945266"/>
                </a:lnTo>
                <a:lnTo>
                  <a:pt x="7050891" y="974895"/>
                </a:lnTo>
                <a:lnTo>
                  <a:pt x="7006210" y="999553"/>
                </a:lnTo>
                <a:lnTo>
                  <a:pt x="6959131" y="1019053"/>
                </a:lnTo>
                <a:lnTo>
                  <a:pt x="6910101" y="1033212"/>
                </a:lnTo>
                <a:lnTo>
                  <a:pt x="6859568" y="1041843"/>
                </a:lnTo>
                <a:lnTo>
                  <a:pt x="6807979" y="1044761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048909" y="7980675"/>
            <a:ext cx="6150610" cy="1045210"/>
          </a:xfrm>
          <a:custGeom>
            <a:avLst/>
            <a:gdLst/>
            <a:ahLst/>
            <a:cxnLst/>
            <a:rect l="l" t="t" r="r" b="b"/>
            <a:pathLst>
              <a:path w="6150609" h="1045209">
                <a:moveTo>
                  <a:pt x="5694904" y="1044761"/>
                </a:moveTo>
                <a:lnTo>
                  <a:pt x="457200" y="1044761"/>
                </a:lnTo>
                <a:lnTo>
                  <a:pt x="405611" y="1041843"/>
                </a:lnTo>
                <a:lnTo>
                  <a:pt x="355078" y="1033212"/>
                </a:lnTo>
                <a:lnTo>
                  <a:pt x="306048" y="1019053"/>
                </a:lnTo>
                <a:lnTo>
                  <a:pt x="258969" y="999553"/>
                </a:lnTo>
                <a:lnTo>
                  <a:pt x="214288" y="974895"/>
                </a:lnTo>
                <a:lnTo>
                  <a:pt x="172452" y="945266"/>
                </a:lnTo>
                <a:lnTo>
                  <a:pt x="133910" y="910851"/>
                </a:lnTo>
                <a:lnTo>
                  <a:pt x="99495" y="872309"/>
                </a:lnTo>
                <a:lnTo>
                  <a:pt x="69866" y="830473"/>
                </a:lnTo>
                <a:lnTo>
                  <a:pt x="45208" y="785792"/>
                </a:lnTo>
                <a:lnTo>
                  <a:pt x="25708" y="738713"/>
                </a:lnTo>
                <a:lnTo>
                  <a:pt x="11549" y="689683"/>
                </a:lnTo>
                <a:lnTo>
                  <a:pt x="2918" y="639150"/>
                </a:lnTo>
                <a:lnTo>
                  <a:pt x="0" y="587561"/>
                </a:lnTo>
                <a:lnTo>
                  <a:pt x="0" y="457200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8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0" y="133911"/>
                </a:lnTo>
                <a:lnTo>
                  <a:pt x="172452" y="99495"/>
                </a:lnTo>
                <a:lnTo>
                  <a:pt x="214288" y="69866"/>
                </a:lnTo>
                <a:lnTo>
                  <a:pt x="258969" y="45209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200" y="0"/>
                </a:lnTo>
                <a:lnTo>
                  <a:pt x="5694904" y="0"/>
                </a:lnTo>
                <a:lnTo>
                  <a:pt x="5746493" y="2918"/>
                </a:lnTo>
                <a:lnTo>
                  <a:pt x="5797025" y="11549"/>
                </a:lnTo>
                <a:lnTo>
                  <a:pt x="5846055" y="25708"/>
                </a:lnTo>
                <a:lnTo>
                  <a:pt x="5893134" y="45209"/>
                </a:lnTo>
                <a:lnTo>
                  <a:pt x="5937815" y="69866"/>
                </a:lnTo>
                <a:lnTo>
                  <a:pt x="5979650" y="99495"/>
                </a:lnTo>
                <a:lnTo>
                  <a:pt x="6018193" y="133911"/>
                </a:lnTo>
                <a:lnTo>
                  <a:pt x="6052608" y="172453"/>
                </a:lnTo>
                <a:lnTo>
                  <a:pt x="6082237" y="214288"/>
                </a:lnTo>
                <a:lnTo>
                  <a:pt x="6106895" y="258969"/>
                </a:lnTo>
                <a:lnTo>
                  <a:pt x="6126395" y="306048"/>
                </a:lnTo>
                <a:lnTo>
                  <a:pt x="6140554" y="355078"/>
                </a:lnTo>
                <a:lnTo>
                  <a:pt x="6149185" y="405611"/>
                </a:lnTo>
                <a:lnTo>
                  <a:pt x="6150219" y="423881"/>
                </a:lnTo>
                <a:lnTo>
                  <a:pt x="6150219" y="620880"/>
                </a:lnTo>
                <a:lnTo>
                  <a:pt x="6140554" y="689683"/>
                </a:lnTo>
                <a:lnTo>
                  <a:pt x="6126395" y="738713"/>
                </a:lnTo>
                <a:lnTo>
                  <a:pt x="6106895" y="785792"/>
                </a:lnTo>
                <a:lnTo>
                  <a:pt x="6082237" y="830473"/>
                </a:lnTo>
                <a:lnTo>
                  <a:pt x="6052608" y="872309"/>
                </a:lnTo>
                <a:lnTo>
                  <a:pt x="6018193" y="910851"/>
                </a:lnTo>
                <a:lnTo>
                  <a:pt x="5979650" y="945266"/>
                </a:lnTo>
                <a:lnTo>
                  <a:pt x="5937815" y="974895"/>
                </a:lnTo>
                <a:lnTo>
                  <a:pt x="5893134" y="999553"/>
                </a:lnTo>
                <a:lnTo>
                  <a:pt x="5846055" y="1019053"/>
                </a:lnTo>
                <a:lnTo>
                  <a:pt x="5797025" y="1033212"/>
                </a:lnTo>
                <a:lnTo>
                  <a:pt x="5746493" y="1041843"/>
                </a:lnTo>
                <a:lnTo>
                  <a:pt x="5694904" y="1044761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002719" y="6596953"/>
            <a:ext cx="7264400" cy="1045210"/>
          </a:xfrm>
          <a:custGeom>
            <a:avLst/>
            <a:gdLst/>
            <a:ahLst/>
            <a:cxnLst/>
            <a:rect l="l" t="t" r="r" b="b"/>
            <a:pathLst>
              <a:path w="7264400" h="1045209">
                <a:moveTo>
                  <a:pt x="6807979" y="1044761"/>
                </a:moveTo>
                <a:lnTo>
                  <a:pt x="457200" y="1044761"/>
                </a:lnTo>
                <a:lnTo>
                  <a:pt x="405611" y="1041844"/>
                </a:lnTo>
                <a:lnTo>
                  <a:pt x="355078" y="1033212"/>
                </a:lnTo>
                <a:lnTo>
                  <a:pt x="306048" y="1019054"/>
                </a:lnTo>
                <a:lnTo>
                  <a:pt x="258969" y="999553"/>
                </a:lnTo>
                <a:lnTo>
                  <a:pt x="214288" y="974895"/>
                </a:lnTo>
                <a:lnTo>
                  <a:pt x="172453" y="945266"/>
                </a:lnTo>
                <a:lnTo>
                  <a:pt x="133911" y="910851"/>
                </a:lnTo>
                <a:lnTo>
                  <a:pt x="99495" y="872309"/>
                </a:lnTo>
                <a:lnTo>
                  <a:pt x="69866" y="830473"/>
                </a:lnTo>
                <a:lnTo>
                  <a:pt x="45209" y="785792"/>
                </a:lnTo>
                <a:lnTo>
                  <a:pt x="25708" y="738713"/>
                </a:lnTo>
                <a:lnTo>
                  <a:pt x="11549" y="689683"/>
                </a:lnTo>
                <a:lnTo>
                  <a:pt x="2918" y="639150"/>
                </a:lnTo>
                <a:lnTo>
                  <a:pt x="0" y="587561"/>
                </a:lnTo>
                <a:lnTo>
                  <a:pt x="0" y="457200"/>
                </a:lnTo>
                <a:lnTo>
                  <a:pt x="2918" y="405611"/>
                </a:lnTo>
                <a:lnTo>
                  <a:pt x="11549" y="355078"/>
                </a:lnTo>
                <a:lnTo>
                  <a:pt x="25708" y="306048"/>
                </a:lnTo>
                <a:lnTo>
                  <a:pt x="45209" y="258969"/>
                </a:lnTo>
                <a:lnTo>
                  <a:pt x="69866" y="214288"/>
                </a:lnTo>
                <a:lnTo>
                  <a:pt x="99495" y="172453"/>
                </a:lnTo>
                <a:lnTo>
                  <a:pt x="133911" y="133911"/>
                </a:lnTo>
                <a:lnTo>
                  <a:pt x="172453" y="99495"/>
                </a:lnTo>
                <a:lnTo>
                  <a:pt x="214288" y="69866"/>
                </a:lnTo>
                <a:lnTo>
                  <a:pt x="258969" y="45209"/>
                </a:lnTo>
                <a:lnTo>
                  <a:pt x="306048" y="25708"/>
                </a:lnTo>
                <a:lnTo>
                  <a:pt x="355078" y="11549"/>
                </a:lnTo>
                <a:lnTo>
                  <a:pt x="405611" y="2918"/>
                </a:lnTo>
                <a:lnTo>
                  <a:pt x="457200" y="0"/>
                </a:lnTo>
                <a:lnTo>
                  <a:pt x="6807979" y="0"/>
                </a:lnTo>
                <a:lnTo>
                  <a:pt x="6859568" y="2918"/>
                </a:lnTo>
                <a:lnTo>
                  <a:pt x="6910101" y="11549"/>
                </a:lnTo>
                <a:lnTo>
                  <a:pt x="6959131" y="25708"/>
                </a:lnTo>
                <a:lnTo>
                  <a:pt x="7006210" y="45209"/>
                </a:lnTo>
                <a:lnTo>
                  <a:pt x="7050891" y="69866"/>
                </a:lnTo>
                <a:lnTo>
                  <a:pt x="7092727" y="99495"/>
                </a:lnTo>
                <a:lnTo>
                  <a:pt x="7131269" y="133911"/>
                </a:lnTo>
                <a:lnTo>
                  <a:pt x="7165684" y="172453"/>
                </a:lnTo>
                <a:lnTo>
                  <a:pt x="7195313" y="214288"/>
                </a:lnTo>
                <a:lnTo>
                  <a:pt x="7219970" y="258969"/>
                </a:lnTo>
                <a:lnTo>
                  <a:pt x="7239471" y="306048"/>
                </a:lnTo>
                <a:lnTo>
                  <a:pt x="7253629" y="355078"/>
                </a:lnTo>
                <a:lnTo>
                  <a:pt x="7262260" y="405611"/>
                </a:lnTo>
                <a:lnTo>
                  <a:pt x="7264359" y="442713"/>
                </a:lnTo>
                <a:lnTo>
                  <a:pt x="7264359" y="602048"/>
                </a:lnTo>
                <a:lnTo>
                  <a:pt x="7253629" y="689683"/>
                </a:lnTo>
                <a:lnTo>
                  <a:pt x="7239471" y="738713"/>
                </a:lnTo>
                <a:lnTo>
                  <a:pt x="7219970" y="785792"/>
                </a:lnTo>
                <a:lnTo>
                  <a:pt x="7195313" y="830473"/>
                </a:lnTo>
                <a:lnTo>
                  <a:pt x="7165684" y="872309"/>
                </a:lnTo>
                <a:lnTo>
                  <a:pt x="7131269" y="910851"/>
                </a:lnTo>
                <a:lnTo>
                  <a:pt x="7092727" y="945266"/>
                </a:lnTo>
                <a:lnTo>
                  <a:pt x="7050891" y="974895"/>
                </a:lnTo>
                <a:lnTo>
                  <a:pt x="7006210" y="999553"/>
                </a:lnTo>
                <a:lnTo>
                  <a:pt x="6959131" y="1019054"/>
                </a:lnTo>
                <a:lnTo>
                  <a:pt x="6910101" y="1033212"/>
                </a:lnTo>
                <a:lnTo>
                  <a:pt x="6859568" y="1041844"/>
                </a:lnTo>
                <a:lnTo>
                  <a:pt x="6807979" y="1044761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9341611" y="6900476"/>
            <a:ext cx="658749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130" b="1">
                <a:solidFill>
                  <a:srgbClr val="FFFFFF"/>
                </a:solidFill>
                <a:latin typeface="Tahoma"/>
                <a:cs typeface="Tahoma"/>
              </a:rPr>
              <a:t>Adoption</a:t>
            </a:r>
            <a:r>
              <a:rPr dirty="0" sz="2300" spc="1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05" b="1">
                <a:solidFill>
                  <a:srgbClr val="FFFFFF"/>
                </a:solidFill>
                <a:latin typeface="Tahoma"/>
                <a:cs typeface="Tahoma"/>
              </a:rPr>
              <a:t>Incomplète</a:t>
            </a:r>
            <a:r>
              <a:rPr dirty="0" sz="2300" spc="1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75" b="1">
                <a:solidFill>
                  <a:srgbClr val="FFFFFF"/>
                </a:solidFill>
                <a:latin typeface="Tahoma"/>
                <a:cs typeface="Tahoma"/>
              </a:rPr>
              <a:t>du</a:t>
            </a:r>
            <a:r>
              <a:rPr dirty="0" sz="2300" spc="1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45" b="1">
                <a:solidFill>
                  <a:srgbClr val="FFFFFF"/>
                </a:solidFill>
                <a:latin typeface="Tahoma"/>
                <a:cs typeface="Tahoma"/>
              </a:rPr>
              <a:t>Référentiel</a:t>
            </a:r>
            <a:r>
              <a:rPr dirty="0" sz="2300" spc="1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Tahoma"/>
                <a:cs typeface="Tahoma"/>
              </a:rPr>
              <a:t>ITIL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95">
                <a:solidFill>
                  <a:srgbClr val="FFFFFF"/>
                </a:solidFill>
              </a:rPr>
              <a:t>0</a:t>
            </a:r>
            <a:fld id="{81D60167-4931-47E6-BA6A-407CBD079E47}" type="slidenum">
              <a:rPr dirty="0" spc="295">
                <a:solidFill>
                  <a:srgbClr val="FFFFFF"/>
                </a:solidFill>
              </a:rPr>
              <a:t>6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12767215" y="5331877"/>
            <a:ext cx="1967864" cy="44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00" spc="-75" b="1">
                <a:latin typeface="Tahoma"/>
                <a:cs typeface="Tahoma"/>
              </a:rPr>
              <a:t>ServiceNow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045181" y="5332102"/>
            <a:ext cx="2131060" cy="4425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00" spc="75" b="1">
                <a:latin typeface="Tahoma"/>
                <a:cs typeface="Tahoma"/>
              </a:rPr>
              <a:t>BMC</a:t>
            </a:r>
            <a:r>
              <a:rPr dirty="0" sz="2700" spc="-320" b="1">
                <a:latin typeface="Tahoma"/>
                <a:cs typeface="Tahoma"/>
              </a:rPr>
              <a:t> </a:t>
            </a:r>
            <a:r>
              <a:rPr dirty="0" sz="2700" spc="-60" b="1">
                <a:latin typeface="Tahoma"/>
                <a:cs typeface="Tahoma"/>
              </a:rPr>
              <a:t>remedy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96628" y="5329112"/>
            <a:ext cx="648970" cy="4362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700" spc="-20" b="1">
                <a:latin typeface="Tahoma"/>
                <a:cs typeface="Tahoma"/>
              </a:rPr>
              <a:t>Jira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366620" y="6900476"/>
            <a:ext cx="557911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155" b="1">
                <a:solidFill>
                  <a:srgbClr val="FFFFFF"/>
                </a:solidFill>
                <a:latin typeface="Tahoma"/>
                <a:cs typeface="Tahoma"/>
              </a:rPr>
              <a:t>Absence</a:t>
            </a:r>
            <a:r>
              <a:rPr dirty="0" sz="2300" spc="1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00" b="1">
                <a:solidFill>
                  <a:srgbClr val="FFFFFF"/>
                </a:solidFill>
                <a:latin typeface="Tahoma"/>
                <a:cs typeface="Tahoma"/>
              </a:rPr>
              <a:t>d’Intelligence</a:t>
            </a:r>
            <a:r>
              <a:rPr dirty="0" sz="2300" spc="1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40" b="1">
                <a:solidFill>
                  <a:srgbClr val="FFFFFF"/>
                </a:solidFill>
                <a:latin typeface="Tahoma"/>
                <a:cs typeface="Tahoma"/>
              </a:rPr>
              <a:t>Artificielle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362339" y="8255567"/>
            <a:ext cx="4698365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155" b="1">
                <a:solidFill>
                  <a:srgbClr val="FFFFFF"/>
                </a:solidFill>
                <a:latin typeface="Tahoma"/>
                <a:cs typeface="Tahoma"/>
              </a:rPr>
              <a:t>Facilité</a:t>
            </a:r>
            <a:r>
              <a:rPr dirty="0" sz="2300" spc="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35" b="1">
                <a:solidFill>
                  <a:srgbClr val="FFFFFF"/>
                </a:solidFill>
                <a:latin typeface="Tahoma"/>
                <a:cs typeface="Tahoma"/>
              </a:rPr>
              <a:t>d’Utilisation</a:t>
            </a:r>
            <a:r>
              <a:rPr dirty="0" sz="2300" spc="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25" b="1">
                <a:solidFill>
                  <a:srgbClr val="FFFFFF"/>
                </a:solidFill>
                <a:latin typeface="Tahoma"/>
                <a:cs typeface="Tahoma"/>
              </a:rPr>
              <a:t>Limitée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662125" y="8303999"/>
            <a:ext cx="213614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200" b="1">
                <a:solidFill>
                  <a:srgbClr val="FFFFFF"/>
                </a:solidFill>
                <a:latin typeface="Tahoma"/>
                <a:cs typeface="Tahoma"/>
              </a:rPr>
              <a:t>Coûts</a:t>
            </a:r>
            <a:r>
              <a:rPr dirty="0" sz="2300" spc="1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00" spc="114" b="1">
                <a:solidFill>
                  <a:srgbClr val="FFFFFF"/>
                </a:solidFill>
                <a:latin typeface="Tahoma"/>
                <a:cs typeface="Tahoma"/>
              </a:rPr>
              <a:t>Élevés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ETUDE</a:t>
            </a:r>
            <a:r>
              <a:rPr dirty="0" spc="-590"/>
              <a:t> </a:t>
            </a:r>
            <a:r>
              <a:rPr dirty="0" spc="-25"/>
              <a:t>DE</a:t>
            </a:r>
            <a:r>
              <a:rPr dirty="0" spc="-590"/>
              <a:t> </a:t>
            </a:r>
            <a:r>
              <a:rPr dirty="0" spc="-200"/>
              <a:t>L</a:t>
            </a:r>
            <a:r>
              <a:rPr dirty="0" spc="-220"/>
              <a:t>’</a:t>
            </a:r>
            <a:r>
              <a:rPr dirty="0" spc="-185"/>
              <a:t>E</a:t>
            </a:r>
            <a:r>
              <a:rPr dirty="0" spc="-204"/>
              <a:t>X</a:t>
            </a:r>
            <a:r>
              <a:rPr dirty="0" spc="-409"/>
              <a:t>I</a:t>
            </a:r>
            <a:r>
              <a:rPr dirty="0" spc="-160"/>
              <a:t>S</a:t>
            </a:r>
            <a:r>
              <a:rPr dirty="0" spc="-170"/>
              <a:t>T</a:t>
            </a:r>
            <a:r>
              <a:rPr dirty="0" spc="-200"/>
              <a:t>AN</a:t>
            </a:r>
            <a:r>
              <a:rPr dirty="0" spc="125"/>
              <a:t>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433204" y="5696081"/>
            <a:ext cx="7896225" cy="839469"/>
            <a:chOff x="2433204" y="5696081"/>
            <a:chExt cx="7896225" cy="839469"/>
          </a:xfrm>
        </p:grpSpPr>
        <p:sp>
          <p:nvSpPr>
            <p:cNvPr id="3" name="object 3" descr=""/>
            <p:cNvSpPr/>
            <p:nvPr/>
          </p:nvSpPr>
          <p:spPr>
            <a:xfrm>
              <a:off x="2433204" y="5696081"/>
              <a:ext cx="7896225" cy="839469"/>
            </a:xfrm>
            <a:custGeom>
              <a:avLst/>
              <a:gdLst/>
              <a:ahLst/>
              <a:cxnLst/>
              <a:rect l="l" t="t" r="r" b="b"/>
              <a:pathLst>
                <a:path w="7896225" h="839470">
                  <a:moveTo>
                    <a:pt x="7476350" y="839103"/>
                  </a:moveTo>
                  <a:lnTo>
                    <a:pt x="419552" y="839103"/>
                  </a:lnTo>
                  <a:lnTo>
                    <a:pt x="372211" y="836425"/>
                  </a:lnTo>
                  <a:lnTo>
                    <a:pt x="325839" y="828505"/>
                  </a:lnTo>
                  <a:lnTo>
                    <a:pt x="280847" y="815512"/>
                  </a:lnTo>
                  <a:lnTo>
                    <a:pt x="237644" y="797617"/>
                  </a:lnTo>
                  <a:lnTo>
                    <a:pt x="196642" y="774990"/>
                  </a:lnTo>
                  <a:lnTo>
                    <a:pt x="158252" y="747801"/>
                  </a:lnTo>
                  <a:lnTo>
                    <a:pt x="122884" y="716219"/>
                  </a:lnTo>
                  <a:lnTo>
                    <a:pt x="91302" y="680851"/>
                  </a:lnTo>
                  <a:lnTo>
                    <a:pt x="64113" y="642461"/>
                  </a:lnTo>
                  <a:lnTo>
                    <a:pt x="41486" y="601459"/>
                  </a:lnTo>
                  <a:lnTo>
                    <a:pt x="23591" y="558257"/>
                  </a:lnTo>
                  <a:lnTo>
                    <a:pt x="10598" y="513264"/>
                  </a:lnTo>
                  <a:lnTo>
                    <a:pt x="2677" y="466892"/>
                  </a:lnTo>
                  <a:lnTo>
                    <a:pt x="0" y="419551"/>
                  </a:lnTo>
                  <a:lnTo>
                    <a:pt x="2677" y="372211"/>
                  </a:lnTo>
                  <a:lnTo>
                    <a:pt x="10598" y="325839"/>
                  </a:lnTo>
                  <a:lnTo>
                    <a:pt x="23591" y="280847"/>
                  </a:lnTo>
                  <a:lnTo>
                    <a:pt x="41486" y="237644"/>
                  </a:lnTo>
                  <a:lnTo>
                    <a:pt x="64113" y="196642"/>
                  </a:lnTo>
                  <a:lnTo>
                    <a:pt x="91302" y="158252"/>
                  </a:lnTo>
                  <a:lnTo>
                    <a:pt x="122884" y="122884"/>
                  </a:lnTo>
                  <a:lnTo>
                    <a:pt x="158252" y="91302"/>
                  </a:lnTo>
                  <a:lnTo>
                    <a:pt x="196642" y="64113"/>
                  </a:lnTo>
                  <a:lnTo>
                    <a:pt x="237644" y="41486"/>
                  </a:lnTo>
                  <a:lnTo>
                    <a:pt x="280847" y="23591"/>
                  </a:lnTo>
                  <a:lnTo>
                    <a:pt x="325839" y="10598"/>
                  </a:lnTo>
                  <a:lnTo>
                    <a:pt x="372211" y="2677"/>
                  </a:lnTo>
                  <a:lnTo>
                    <a:pt x="419552" y="0"/>
                  </a:lnTo>
                  <a:lnTo>
                    <a:pt x="7476350" y="0"/>
                  </a:lnTo>
                  <a:lnTo>
                    <a:pt x="7523690" y="2677"/>
                  </a:lnTo>
                  <a:lnTo>
                    <a:pt x="7570062" y="10598"/>
                  </a:lnTo>
                  <a:lnTo>
                    <a:pt x="7615055" y="23591"/>
                  </a:lnTo>
                  <a:lnTo>
                    <a:pt x="7658258" y="41486"/>
                  </a:lnTo>
                  <a:lnTo>
                    <a:pt x="7699259" y="64113"/>
                  </a:lnTo>
                  <a:lnTo>
                    <a:pt x="7737650" y="91302"/>
                  </a:lnTo>
                  <a:lnTo>
                    <a:pt x="7773019" y="122884"/>
                  </a:lnTo>
                  <a:lnTo>
                    <a:pt x="7804600" y="158252"/>
                  </a:lnTo>
                  <a:lnTo>
                    <a:pt x="7831789" y="196642"/>
                  </a:lnTo>
                  <a:lnTo>
                    <a:pt x="7854416" y="237644"/>
                  </a:lnTo>
                  <a:lnTo>
                    <a:pt x="7872311" y="280847"/>
                  </a:lnTo>
                  <a:lnTo>
                    <a:pt x="7885304" y="325839"/>
                  </a:lnTo>
                  <a:lnTo>
                    <a:pt x="7893224" y="372211"/>
                  </a:lnTo>
                  <a:lnTo>
                    <a:pt x="7895902" y="419551"/>
                  </a:lnTo>
                  <a:lnTo>
                    <a:pt x="7893224" y="466892"/>
                  </a:lnTo>
                  <a:lnTo>
                    <a:pt x="7885304" y="513264"/>
                  </a:lnTo>
                  <a:lnTo>
                    <a:pt x="7872311" y="558257"/>
                  </a:lnTo>
                  <a:lnTo>
                    <a:pt x="7854416" y="601459"/>
                  </a:lnTo>
                  <a:lnTo>
                    <a:pt x="7831789" y="642461"/>
                  </a:lnTo>
                  <a:lnTo>
                    <a:pt x="7804600" y="680851"/>
                  </a:lnTo>
                  <a:lnTo>
                    <a:pt x="7773019" y="716219"/>
                  </a:lnTo>
                  <a:lnTo>
                    <a:pt x="7737650" y="747801"/>
                  </a:lnTo>
                  <a:lnTo>
                    <a:pt x="7699259" y="774990"/>
                  </a:lnTo>
                  <a:lnTo>
                    <a:pt x="7658258" y="797617"/>
                  </a:lnTo>
                  <a:lnTo>
                    <a:pt x="7615055" y="815512"/>
                  </a:lnTo>
                  <a:lnTo>
                    <a:pt x="7570062" y="828505"/>
                  </a:lnTo>
                  <a:lnTo>
                    <a:pt x="7523690" y="836425"/>
                  </a:lnTo>
                  <a:lnTo>
                    <a:pt x="7476350" y="839103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444" y="6082296"/>
              <a:ext cx="123825" cy="123824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2433204" y="4700192"/>
            <a:ext cx="7896225" cy="839469"/>
            <a:chOff x="2433204" y="4700192"/>
            <a:chExt cx="7896225" cy="839469"/>
          </a:xfrm>
        </p:grpSpPr>
        <p:sp>
          <p:nvSpPr>
            <p:cNvPr id="6" name="object 6" descr=""/>
            <p:cNvSpPr/>
            <p:nvPr/>
          </p:nvSpPr>
          <p:spPr>
            <a:xfrm>
              <a:off x="2433204" y="4700192"/>
              <a:ext cx="7896225" cy="839469"/>
            </a:xfrm>
            <a:custGeom>
              <a:avLst/>
              <a:gdLst/>
              <a:ahLst/>
              <a:cxnLst/>
              <a:rect l="l" t="t" r="r" b="b"/>
              <a:pathLst>
                <a:path w="7896225" h="839470">
                  <a:moveTo>
                    <a:pt x="7476350" y="839104"/>
                  </a:moveTo>
                  <a:lnTo>
                    <a:pt x="419552" y="839104"/>
                  </a:lnTo>
                  <a:lnTo>
                    <a:pt x="372211" y="836426"/>
                  </a:lnTo>
                  <a:lnTo>
                    <a:pt x="325839" y="828505"/>
                  </a:lnTo>
                  <a:lnTo>
                    <a:pt x="280847" y="815512"/>
                  </a:lnTo>
                  <a:lnTo>
                    <a:pt x="237644" y="797617"/>
                  </a:lnTo>
                  <a:lnTo>
                    <a:pt x="196642" y="774990"/>
                  </a:lnTo>
                  <a:lnTo>
                    <a:pt x="158252" y="747801"/>
                  </a:lnTo>
                  <a:lnTo>
                    <a:pt x="122884" y="716220"/>
                  </a:lnTo>
                  <a:lnTo>
                    <a:pt x="91302" y="680851"/>
                  </a:lnTo>
                  <a:lnTo>
                    <a:pt x="64113" y="642461"/>
                  </a:lnTo>
                  <a:lnTo>
                    <a:pt x="41486" y="601459"/>
                  </a:lnTo>
                  <a:lnTo>
                    <a:pt x="23591" y="558256"/>
                  </a:lnTo>
                  <a:lnTo>
                    <a:pt x="10598" y="513264"/>
                  </a:lnTo>
                  <a:lnTo>
                    <a:pt x="2677" y="466892"/>
                  </a:lnTo>
                  <a:lnTo>
                    <a:pt x="0" y="419552"/>
                  </a:lnTo>
                  <a:lnTo>
                    <a:pt x="2677" y="372211"/>
                  </a:lnTo>
                  <a:lnTo>
                    <a:pt x="10598" y="325839"/>
                  </a:lnTo>
                  <a:lnTo>
                    <a:pt x="23591" y="280847"/>
                  </a:lnTo>
                  <a:lnTo>
                    <a:pt x="41486" y="237644"/>
                  </a:lnTo>
                  <a:lnTo>
                    <a:pt x="64113" y="196642"/>
                  </a:lnTo>
                  <a:lnTo>
                    <a:pt x="91302" y="158252"/>
                  </a:lnTo>
                  <a:lnTo>
                    <a:pt x="122884" y="122884"/>
                  </a:lnTo>
                  <a:lnTo>
                    <a:pt x="158252" y="91302"/>
                  </a:lnTo>
                  <a:lnTo>
                    <a:pt x="196642" y="64113"/>
                  </a:lnTo>
                  <a:lnTo>
                    <a:pt x="237644" y="41486"/>
                  </a:lnTo>
                  <a:lnTo>
                    <a:pt x="280847" y="23591"/>
                  </a:lnTo>
                  <a:lnTo>
                    <a:pt x="325839" y="10598"/>
                  </a:lnTo>
                  <a:lnTo>
                    <a:pt x="372211" y="2677"/>
                  </a:lnTo>
                  <a:lnTo>
                    <a:pt x="419552" y="0"/>
                  </a:lnTo>
                  <a:lnTo>
                    <a:pt x="7476350" y="0"/>
                  </a:lnTo>
                  <a:lnTo>
                    <a:pt x="7523690" y="2677"/>
                  </a:lnTo>
                  <a:lnTo>
                    <a:pt x="7570062" y="10598"/>
                  </a:lnTo>
                  <a:lnTo>
                    <a:pt x="7615055" y="23591"/>
                  </a:lnTo>
                  <a:lnTo>
                    <a:pt x="7658258" y="41486"/>
                  </a:lnTo>
                  <a:lnTo>
                    <a:pt x="7699259" y="64113"/>
                  </a:lnTo>
                  <a:lnTo>
                    <a:pt x="7737650" y="91302"/>
                  </a:lnTo>
                  <a:lnTo>
                    <a:pt x="7773019" y="122884"/>
                  </a:lnTo>
                  <a:lnTo>
                    <a:pt x="7804600" y="158252"/>
                  </a:lnTo>
                  <a:lnTo>
                    <a:pt x="7831789" y="196642"/>
                  </a:lnTo>
                  <a:lnTo>
                    <a:pt x="7854416" y="237644"/>
                  </a:lnTo>
                  <a:lnTo>
                    <a:pt x="7872311" y="280847"/>
                  </a:lnTo>
                  <a:lnTo>
                    <a:pt x="7885304" y="325839"/>
                  </a:lnTo>
                  <a:lnTo>
                    <a:pt x="7893224" y="372211"/>
                  </a:lnTo>
                  <a:lnTo>
                    <a:pt x="7895902" y="419552"/>
                  </a:lnTo>
                  <a:lnTo>
                    <a:pt x="7893224" y="466892"/>
                  </a:lnTo>
                  <a:lnTo>
                    <a:pt x="7885304" y="513264"/>
                  </a:lnTo>
                  <a:lnTo>
                    <a:pt x="7872311" y="558256"/>
                  </a:lnTo>
                  <a:lnTo>
                    <a:pt x="7854416" y="601459"/>
                  </a:lnTo>
                  <a:lnTo>
                    <a:pt x="7831789" y="642461"/>
                  </a:lnTo>
                  <a:lnTo>
                    <a:pt x="7804600" y="680851"/>
                  </a:lnTo>
                  <a:lnTo>
                    <a:pt x="7773019" y="716220"/>
                  </a:lnTo>
                  <a:lnTo>
                    <a:pt x="7737650" y="747801"/>
                  </a:lnTo>
                  <a:lnTo>
                    <a:pt x="7699259" y="774990"/>
                  </a:lnTo>
                  <a:lnTo>
                    <a:pt x="7658258" y="797617"/>
                  </a:lnTo>
                  <a:lnTo>
                    <a:pt x="7615055" y="815512"/>
                  </a:lnTo>
                  <a:lnTo>
                    <a:pt x="7570062" y="828505"/>
                  </a:lnTo>
                  <a:lnTo>
                    <a:pt x="7523690" y="836426"/>
                  </a:lnTo>
                  <a:lnTo>
                    <a:pt x="7476350" y="83910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444" y="5086406"/>
              <a:ext cx="123825" cy="123824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11740901" y="0"/>
            <a:ext cx="6547484" cy="10285095"/>
            <a:chOff x="11740901" y="0"/>
            <a:chExt cx="6547484" cy="10285095"/>
          </a:xfrm>
        </p:grpSpPr>
        <p:sp>
          <p:nvSpPr>
            <p:cNvPr id="9" name="object 9" descr=""/>
            <p:cNvSpPr/>
            <p:nvPr/>
          </p:nvSpPr>
          <p:spPr>
            <a:xfrm>
              <a:off x="13592927" y="0"/>
              <a:ext cx="4695190" cy="10285095"/>
            </a:xfrm>
            <a:custGeom>
              <a:avLst/>
              <a:gdLst/>
              <a:ahLst/>
              <a:cxnLst/>
              <a:rect l="l" t="t" r="r" b="b"/>
              <a:pathLst>
                <a:path w="4695190" h="10285095">
                  <a:moveTo>
                    <a:pt x="4695071" y="10284939"/>
                  </a:moveTo>
                  <a:lnTo>
                    <a:pt x="0" y="10284939"/>
                  </a:lnTo>
                  <a:lnTo>
                    <a:pt x="963482" y="0"/>
                  </a:lnTo>
                  <a:lnTo>
                    <a:pt x="4695071" y="0"/>
                  </a:lnTo>
                  <a:lnTo>
                    <a:pt x="4695071" y="10284939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40901" y="684501"/>
              <a:ext cx="5649050" cy="5831617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891127" y="1466625"/>
            <a:ext cx="8438515" cy="3081655"/>
            <a:chOff x="1891127" y="1466625"/>
            <a:chExt cx="8438515" cy="3081655"/>
          </a:xfrm>
        </p:grpSpPr>
        <p:sp>
          <p:nvSpPr>
            <p:cNvPr id="12" name="object 12" descr=""/>
            <p:cNvSpPr/>
            <p:nvPr/>
          </p:nvSpPr>
          <p:spPr>
            <a:xfrm>
              <a:off x="2433204" y="3708688"/>
              <a:ext cx="7896225" cy="839469"/>
            </a:xfrm>
            <a:custGeom>
              <a:avLst/>
              <a:gdLst/>
              <a:ahLst/>
              <a:cxnLst/>
              <a:rect l="l" t="t" r="r" b="b"/>
              <a:pathLst>
                <a:path w="7896225" h="839470">
                  <a:moveTo>
                    <a:pt x="7476350" y="839104"/>
                  </a:moveTo>
                  <a:lnTo>
                    <a:pt x="419552" y="839104"/>
                  </a:lnTo>
                  <a:lnTo>
                    <a:pt x="372211" y="836426"/>
                  </a:lnTo>
                  <a:lnTo>
                    <a:pt x="325839" y="828505"/>
                  </a:lnTo>
                  <a:lnTo>
                    <a:pt x="280847" y="815512"/>
                  </a:lnTo>
                  <a:lnTo>
                    <a:pt x="237644" y="797617"/>
                  </a:lnTo>
                  <a:lnTo>
                    <a:pt x="196642" y="774990"/>
                  </a:lnTo>
                  <a:lnTo>
                    <a:pt x="158252" y="747801"/>
                  </a:lnTo>
                  <a:lnTo>
                    <a:pt x="122884" y="716220"/>
                  </a:lnTo>
                  <a:lnTo>
                    <a:pt x="91302" y="680851"/>
                  </a:lnTo>
                  <a:lnTo>
                    <a:pt x="64113" y="642461"/>
                  </a:lnTo>
                  <a:lnTo>
                    <a:pt x="41486" y="601459"/>
                  </a:lnTo>
                  <a:lnTo>
                    <a:pt x="23591" y="558256"/>
                  </a:lnTo>
                  <a:lnTo>
                    <a:pt x="10598" y="513264"/>
                  </a:lnTo>
                  <a:lnTo>
                    <a:pt x="2677" y="466892"/>
                  </a:lnTo>
                  <a:lnTo>
                    <a:pt x="0" y="419552"/>
                  </a:lnTo>
                  <a:lnTo>
                    <a:pt x="2677" y="372211"/>
                  </a:lnTo>
                  <a:lnTo>
                    <a:pt x="10598" y="325839"/>
                  </a:lnTo>
                  <a:lnTo>
                    <a:pt x="23591" y="280847"/>
                  </a:lnTo>
                  <a:lnTo>
                    <a:pt x="41486" y="237644"/>
                  </a:lnTo>
                  <a:lnTo>
                    <a:pt x="64113" y="196642"/>
                  </a:lnTo>
                  <a:lnTo>
                    <a:pt x="91302" y="158252"/>
                  </a:lnTo>
                  <a:lnTo>
                    <a:pt x="122884" y="122884"/>
                  </a:lnTo>
                  <a:lnTo>
                    <a:pt x="158252" y="91302"/>
                  </a:lnTo>
                  <a:lnTo>
                    <a:pt x="196642" y="64113"/>
                  </a:lnTo>
                  <a:lnTo>
                    <a:pt x="237644" y="41486"/>
                  </a:lnTo>
                  <a:lnTo>
                    <a:pt x="280847" y="23591"/>
                  </a:lnTo>
                  <a:lnTo>
                    <a:pt x="325839" y="10598"/>
                  </a:lnTo>
                  <a:lnTo>
                    <a:pt x="372211" y="2677"/>
                  </a:lnTo>
                  <a:lnTo>
                    <a:pt x="419552" y="0"/>
                  </a:lnTo>
                  <a:lnTo>
                    <a:pt x="7476350" y="0"/>
                  </a:lnTo>
                  <a:lnTo>
                    <a:pt x="7523690" y="2677"/>
                  </a:lnTo>
                  <a:lnTo>
                    <a:pt x="7570062" y="10598"/>
                  </a:lnTo>
                  <a:lnTo>
                    <a:pt x="7615055" y="23591"/>
                  </a:lnTo>
                  <a:lnTo>
                    <a:pt x="7658258" y="41486"/>
                  </a:lnTo>
                  <a:lnTo>
                    <a:pt x="7699259" y="64113"/>
                  </a:lnTo>
                  <a:lnTo>
                    <a:pt x="7737650" y="91302"/>
                  </a:lnTo>
                  <a:lnTo>
                    <a:pt x="7773019" y="122884"/>
                  </a:lnTo>
                  <a:lnTo>
                    <a:pt x="7804600" y="158252"/>
                  </a:lnTo>
                  <a:lnTo>
                    <a:pt x="7831789" y="196642"/>
                  </a:lnTo>
                  <a:lnTo>
                    <a:pt x="7854416" y="237644"/>
                  </a:lnTo>
                  <a:lnTo>
                    <a:pt x="7872311" y="280847"/>
                  </a:lnTo>
                  <a:lnTo>
                    <a:pt x="7885304" y="325839"/>
                  </a:lnTo>
                  <a:lnTo>
                    <a:pt x="7893224" y="372211"/>
                  </a:lnTo>
                  <a:lnTo>
                    <a:pt x="7895902" y="419552"/>
                  </a:lnTo>
                  <a:lnTo>
                    <a:pt x="7893224" y="466892"/>
                  </a:lnTo>
                  <a:lnTo>
                    <a:pt x="7885304" y="513264"/>
                  </a:lnTo>
                  <a:lnTo>
                    <a:pt x="7872311" y="558256"/>
                  </a:lnTo>
                  <a:lnTo>
                    <a:pt x="7854416" y="601459"/>
                  </a:lnTo>
                  <a:lnTo>
                    <a:pt x="7831789" y="642461"/>
                  </a:lnTo>
                  <a:lnTo>
                    <a:pt x="7804600" y="680851"/>
                  </a:lnTo>
                  <a:lnTo>
                    <a:pt x="7773019" y="716220"/>
                  </a:lnTo>
                  <a:lnTo>
                    <a:pt x="7737650" y="747801"/>
                  </a:lnTo>
                  <a:lnTo>
                    <a:pt x="7699259" y="774990"/>
                  </a:lnTo>
                  <a:lnTo>
                    <a:pt x="7658258" y="797617"/>
                  </a:lnTo>
                  <a:lnTo>
                    <a:pt x="7615055" y="815512"/>
                  </a:lnTo>
                  <a:lnTo>
                    <a:pt x="7570062" y="828505"/>
                  </a:lnTo>
                  <a:lnTo>
                    <a:pt x="7523690" y="836426"/>
                  </a:lnTo>
                  <a:lnTo>
                    <a:pt x="7476350" y="83910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00652" y="1476150"/>
              <a:ext cx="2644775" cy="2644775"/>
            </a:xfrm>
            <a:custGeom>
              <a:avLst/>
              <a:gdLst/>
              <a:ahLst/>
              <a:cxnLst/>
              <a:rect l="l" t="t" r="r" b="b"/>
              <a:pathLst>
                <a:path w="2644775" h="2644775">
                  <a:moveTo>
                    <a:pt x="0" y="2644191"/>
                  </a:moveTo>
                  <a:lnTo>
                    <a:pt x="41632" y="2642395"/>
                  </a:lnTo>
                  <a:lnTo>
                    <a:pt x="89360" y="2639512"/>
                  </a:lnTo>
                  <a:lnTo>
                    <a:pt x="136865" y="2635821"/>
                  </a:lnTo>
                  <a:lnTo>
                    <a:pt x="162066" y="2633425"/>
                  </a:lnTo>
                </a:path>
                <a:path w="2644775" h="2644775">
                  <a:moveTo>
                    <a:pt x="162066" y="2633425"/>
                  </a:moveTo>
                  <a:lnTo>
                    <a:pt x="184141" y="2631327"/>
                  </a:lnTo>
                  <a:lnTo>
                    <a:pt x="231181" y="2626040"/>
                  </a:lnTo>
                  <a:lnTo>
                    <a:pt x="272110" y="2620725"/>
                  </a:lnTo>
                </a:path>
                <a:path w="2644775" h="2644775">
                  <a:moveTo>
                    <a:pt x="272110" y="2620725"/>
                  </a:moveTo>
                  <a:lnTo>
                    <a:pt x="277978" y="2619964"/>
                  </a:lnTo>
                  <a:lnTo>
                    <a:pt x="324526" y="2613106"/>
                  </a:lnTo>
                  <a:lnTo>
                    <a:pt x="355345" y="2608025"/>
                  </a:lnTo>
                </a:path>
                <a:path w="2644775" h="2644775">
                  <a:moveTo>
                    <a:pt x="355345" y="2608025"/>
                  </a:moveTo>
                  <a:lnTo>
                    <a:pt x="416844" y="2597076"/>
                  </a:lnTo>
                  <a:lnTo>
                    <a:pt x="462601" y="2587916"/>
                  </a:lnTo>
                  <a:lnTo>
                    <a:pt x="508082" y="2578002"/>
                  </a:lnTo>
                  <a:lnTo>
                    <a:pt x="553278" y="2567341"/>
                  </a:lnTo>
                  <a:lnTo>
                    <a:pt x="598184" y="2555940"/>
                  </a:lnTo>
                  <a:lnTo>
                    <a:pt x="631927" y="2546760"/>
                  </a:lnTo>
                </a:path>
                <a:path w="2644775" h="2644775">
                  <a:moveTo>
                    <a:pt x="687124" y="2531038"/>
                  </a:moveTo>
                  <a:lnTo>
                    <a:pt x="731091" y="2517362"/>
                  </a:lnTo>
                  <a:lnTo>
                    <a:pt x="774766" y="2503067"/>
                  </a:lnTo>
                  <a:lnTo>
                    <a:pt x="818117" y="2488067"/>
                  </a:lnTo>
                  <a:lnTo>
                    <a:pt x="861136" y="2472366"/>
                  </a:lnTo>
                  <a:lnTo>
                    <a:pt x="903817" y="2455974"/>
                  </a:lnTo>
                  <a:lnTo>
                    <a:pt x="946153" y="2438895"/>
                  </a:lnTo>
                  <a:lnTo>
                    <a:pt x="988137" y="2421137"/>
                  </a:lnTo>
                  <a:lnTo>
                    <a:pt x="1029763" y="2402708"/>
                  </a:lnTo>
                  <a:lnTo>
                    <a:pt x="1071023" y="2383612"/>
                  </a:lnTo>
                  <a:lnTo>
                    <a:pt x="1111910" y="2363859"/>
                  </a:lnTo>
                  <a:lnTo>
                    <a:pt x="1152418" y="2343453"/>
                  </a:lnTo>
                  <a:lnTo>
                    <a:pt x="1192540" y="2322403"/>
                  </a:lnTo>
                  <a:lnTo>
                    <a:pt x="1232270" y="2300714"/>
                  </a:lnTo>
                  <a:lnTo>
                    <a:pt x="1271600" y="2278395"/>
                  </a:lnTo>
                  <a:lnTo>
                    <a:pt x="1310523" y="2255450"/>
                  </a:lnTo>
                  <a:lnTo>
                    <a:pt x="1349033" y="2231888"/>
                  </a:lnTo>
                  <a:lnTo>
                    <a:pt x="1387123" y="2207716"/>
                  </a:lnTo>
                  <a:lnTo>
                    <a:pt x="1424787" y="2182939"/>
                  </a:lnTo>
                  <a:lnTo>
                    <a:pt x="1462016" y="2157565"/>
                  </a:lnTo>
                  <a:lnTo>
                    <a:pt x="1498805" y="2131600"/>
                  </a:lnTo>
                  <a:lnTo>
                    <a:pt x="1535147" y="2105052"/>
                  </a:lnTo>
                  <a:lnTo>
                    <a:pt x="1571035" y="2077927"/>
                  </a:lnTo>
                  <a:lnTo>
                    <a:pt x="1606461" y="2050233"/>
                  </a:lnTo>
                  <a:lnTo>
                    <a:pt x="1641420" y="2021975"/>
                  </a:lnTo>
                  <a:lnTo>
                    <a:pt x="1675905" y="1993160"/>
                  </a:lnTo>
                  <a:lnTo>
                    <a:pt x="1709908" y="1963797"/>
                  </a:lnTo>
                  <a:lnTo>
                    <a:pt x="1743422" y="1933890"/>
                  </a:lnTo>
                  <a:lnTo>
                    <a:pt x="1776442" y="1903448"/>
                  </a:lnTo>
                  <a:lnTo>
                    <a:pt x="1808960" y="1872476"/>
                  </a:lnTo>
                  <a:lnTo>
                    <a:pt x="1840969" y="1840982"/>
                  </a:lnTo>
                  <a:lnTo>
                    <a:pt x="1872463" y="1808973"/>
                  </a:lnTo>
                  <a:lnTo>
                    <a:pt x="1903434" y="1776455"/>
                  </a:lnTo>
                  <a:lnTo>
                    <a:pt x="1933877" y="1743435"/>
                  </a:lnTo>
                  <a:lnTo>
                    <a:pt x="1963783" y="1709921"/>
                  </a:lnTo>
                  <a:lnTo>
                    <a:pt x="1993147" y="1675918"/>
                  </a:lnTo>
                  <a:lnTo>
                    <a:pt x="2021962" y="1641433"/>
                  </a:lnTo>
                  <a:lnTo>
                    <a:pt x="2050220" y="1606474"/>
                  </a:lnTo>
                  <a:lnTo>
                    <a:pt x="2077914" y="1571048"/>
                  </a:lnTo>
                  <a:lnTo>
                    <a:pt x="2105039" y="1535160"/>
                  </a:lnTo>
                  <a:lnTo>
                    <a:pt x="2131587" y="1498818"/>
                  </a:lnTo>
                  <a:lnTo>
                    <a:pt x="2157552" y="1462029"/>
                  </a:lnTo>
                  <a:lnTo>
                    <a:pt x="2182926" y="1424800"/>
                  </a:lnTo>
                  <a:lnTo>
                    <a:pt x="2207703" y="1387137"/>
                  </a:lnTo>
                  <a:lnTo>
                    <a:pt x="2231875" y="1349046"/>
                  </a:lnTo>
                  <a:lnTo>
                    <a:pt x="2255437" y="1310536"/>
                  </a:lnTo>
                  <a:lnTo>
                    <a:pt x="2278382" y="1271613"/>
                  </a:lnTo>
                  <a:lnTo>
                    <a:pt x="2300701" y="1232283"/>
                  </a:lnTo>
                  <a:lnTo>
                    <a:pt x="2322390" y="1192554"/>
                  </a:lnTo>
                  <a:lnTo>
                    <a:pt x="2343440" y="1152431"/>
                  </a:lnTo>
                  <a:lnTo>
                    <a:pt x="2363846" y="1111923"/>
                  </a:lnTo>
                  <a:lnTo>
                    <a:pt x="2383486" y="1071271"/>
                  </a:lnTo>
                  <a:lnTo>
                    <a:pt x="2383603" y="1071038"/>
                  </a:lnTo>
                  <a:lnTo>
                    <a:pt x="2402694" y="1029776"/>
                  </a:lnTo>
                  <a:lnTo>
                    <a:pt x="2421124" y="988151"/>
                  </a:lnTo>
                  <a:lnTo>
                    <a:pt x="2438882" y="946166"/>
                  </a:lnTo>
                  <a:lnTo>
                    <a:pt x="2455960" y="903830"/>
                  </a:lnTo>
                  <a:lnTo>
                    <a:pt x="2472353" y="861149"/>
                  </a:lnTo>
                  <a:lnTo>
                    <a:pt x="2488053" y="818130"/>
                  </a:lnTo>
                  <a:lnTo>
                    <a:pt x="2503054" y="774779"/>
                  </a:lnTo>
                  <a:lnTo>
                    <a:pt x="2517349" y="731104"/>
                  </a:lnTo>
                  <a:lnTo>
                    <a:pt x="2530930" y="687110"/>
                  </a:lnTo>
                  <a:lnTo>
                    <a:pt x="2543792" y="642806"/>
                  </a:lnTo>
                  <a:lnTo>
                    <a:pt x="2555926" y="598197"/>
                  </a:lnTo>
                  <a:lnTo>
                    <a:pt x="2567328" y="553291"/>
                  </a:lnTo>
                  <a:lnTo>
                    <a:pt x="2577989" y="508095"/>
                  </a:lnTo>
                  <a:lnTo>
                    <a:pt x="2587903" y="462614"/>
                  </a:lnTo>
                  <a:lnTo>
                    <a:pt x="2597063" y="416857"/>
                  </a:lnTo>
                  <a:lnTo>
                    <a:pt x="2605462" y="370829"/>
                  </a:lnTo>
                  <a:lnTo>
                    <a:pt x="2613093" y="324539"/>
                  </a:lnTo>
                  <a:lnTo>
                    <a:pt x="2619950" y="277991"/>
                  </a:lnTo>
                  <a:lnTo>
                    <a:pt x="2626026" y="231194"/>
                  </a:lnTo>
                  <a:lnTo>
                    <a:pt x="2631314" y="184154"/>
                  </a:lnTo>
                  <a:lnTo>
                    <a:pt x="2635807" y="136878"/>
                  </a:lnTo>
                  <a:lnTo>
                    <a:pt x="2639499" y="89373"/>
                  </a:lnTo>
                  <a:lnTo>
                    <a:pt x="2642323" y="42622"/>
                  </a:lnTo>
                  <a:lnTo>
                    <a:pt x="2642378" y="41645"/>
                  </a:lnTo>
                  <a:lnTo>
                    <a:pt x="2644178" y="0"/>
                  </a:lnTo>
                </a:path>
              </a:pathLst>
            </a:custGeom>
            <a:ln w="19049">
              <a:solidFill>
                <a:srgbClr val="4F86E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0" y="3452805"/>
            <a:ext cx="1695450" cy="668020"/>
          </a:xfrm>
          <a:custGeom>
            <a:avLst/>
            <a:gdLst/>
            <a:ahLst/>
            <a:cxnLst/>
            <a:rect l="l" t="t" r="r" b="b"/>
            <a:pathLst>
              <a:path w="1695450" h="668020">
                <a:moveTo>
                  <a:pt x="1532951" y="656770"/>
                </a:moveTo>
                <a:lnTo>
                  <a:pt x="1558152" y="659165"/>
                </a:lnTo>
                <a:lnTo>
                  <a:pt x="1605657" y="662856"/>
                </a:lnTo>
                <a:lnTo>
                  <a:pt x="1653385" y="665739"/>
                </a:lnTo>
                <a:lnTo>
                  <a:pt x="1695017" y="667535"/>
                </a:lnTo>
              </a:path>
              <a:path w="1695450" h="668020">
                <a:moveTo>
                  <a:pt x="1422907" y="644070"/>
                </a:moveTo>
                <a:lnTo>
                  <a:pt x="1463836" y="649384"/>
                </a:lnTo>
                <a:lnTo>
                  <a:pt x="1510876" y="654672"/>
                </a:lnTo>
                <a:lnTo>
                  <a:pt x="1532951" y="656770"/>
                </a:lnTo>
              </a:path>
              <a:path w="1695450" h="668020">
                <a:moveTo>
                  <a:pt x="1339672" y="631370"/>
                </a:moveTo>
                <a:lnTo>
                  <a:pt x="1370491" y="636451"/>
                </a:lnTo>
                <a:lnTo>
                  <a:pt x="1417039" y="643308"/>
                </a:lnTo>
                <a:lnTo>
                  <a:pt x="1422907" y="644070"/>
                </a:lnTo>
              </a:path>
              <a:path w="1695450" h="668020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695450" h="668020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9"/>
              <a:t>S</a:t>
            </a:r>
            <a:r>
              <a:rPr dirty="0" spc="-270"/>
              <a:t>OLU</a:t>
            </a:r>
            <a:r>
              <a:rPr dirty="0" spc="-240"/>
              <a:t>T</a:t>
            </a:r>
            <a:r>
              <a:rPr dirty="0" spc="-480"/>
              <a:t>I</a:t>
            </a:r>
            <a:r>
              <a:rPr dirty="0" spc="-270"/>
              <a:t>O</a:t>
            </a:r>
            <a:r>
              <a:rPr dirty="0" spc="55"/>
              <a:t>N</a:t>
            </a:r>
            <a:r>
              <a:rPr dirty="0" spc="-560"/>
              <a:t> </a:t>
            </a:r>
            <a:r>
              <a:rPr dirty="0" spc="-60"/>
              <a:t>PROPOSEE</a:t>
            </a:r>
          </a:p>
        </p:txBody>
      </p:sp>
      <p:grpSp>
        <p:nvGrpSpPr>
          <p:cNvPr id="17" name="object 17" descr=""/>
          <p:cNvGrpSpPr/>
          <p:nvPr/>
        </p:nvGrpSpPr>
        <p:grpSpPr>
          <a:xfrm>
            <a:off x="2433204" y="6687585"/>
            <a:ext cx="7896225" cy="839469"/>
            <a:chOff x="2433204" y="6687585"/>
            <a:chExt cx="7896225" cy="839469"/>
          </a:xfrm>
        </p:grpSpPr>
        <p:sp>
          <p:nvSpPr>
            <p:cNvPr id="18" name="object 18" descr=""/>
            <p:cNvSpPr/>
            <p:nvPr/>
          </p:nvSpPr>
          <p:spPr>
            <a:xfrm>
              <a:off x="2433204" y="6687585"/>
              <a:ext cx="7896225" cy="839469"/>
            </a:xfrm>
            <a:custGeom>
              <a:avLst/>
              <a:gdLst/>
              <a:ahLst/>
              <a:cxnLst/>
              <a:rect l="l" t="t" r="r" b="b"/>
              <a:pathLst>
                <a:path w="7896225" h="839470">
                  <a:moveTo>
                    <a:pt x="7476350" y="839103"/>
                  </a:moveTo>
                  <a:lnTo>
                    <a:pt x="419552" y="839103"/>
                  </a:lnTo>
                  <a:lnTo>
                    <a:pt x="372211" y="836426"/>
                  </a:lnTo>
                  <a:lnTo>
                    <a:pt x="325839" y="828505"/>
                  </a:lnTo>
                  <a:lnTo>
                    <a:pt x="280847" y="815512"/>
                  </a:lnTo>
                  <a:lnTo>
                    <a:pt x="237644" y="797617"/>
                  </a:lnTo>
                  <a:lnTo>
                    <a:pt x="196642" y="774990"/>
                  </a:lnTo>
                  <a:lnTo>
                    <a:pt x="158252" y="747800"/>
                  </a:lnTo>
                  <a:lnTo>
                    <a:pt x="122884" y="716219"/>
                  </a:lnTo>
                  <a:lnTo>
                    <a:pt x="91302" y="680851"/>
                  </a:lnTo>
                  <a:lnTo>
                    <a:pt x="64113" y="642460"/>
                  </a:lnTo>
                  <a:lnTo>
                    <a:pt x="41486" y="601459"/>
                  </a:lnTo>
                  <a:lnTo>
                    <a:pt x="23591" y="558256"/>
                  </a:lnTo>
                  <a:lnTo>
                    <a:pt x="10598" y="513264"/>
                  </a:lnTo>
                  <a:lnTo>
                    <a:pt x="2677" y="466892"/>
                  </a:lnTo>
                  <a:lnTo>
                    <a:pt x="0" y="419551"/>
                  </a:lnTo>
                  <a:lnTo>
                    <a:pt x="2677" y="372211"/>
                  </a:lnTo>
                  <a:lnTo>
                    <a:pt x="10598" y="325839"/>
                  </a:lnTo>
                  <a:lnTo>
                    <a:pt x="23591" y="280846"/>
                  </a:lnTo>
                  <a:lnTo>
                    <a:pt x="41486" y="237644"/>
                  </a:lnTo>
                  <a:lnTo>
                    <a:pt x="64113" y="196642"/>
                  </a:lnTo>
                  <a:lnTo>
                    <a:pt x="91302" y="158252"/>
                  </a:lnTo>
                  <a:lnTo>
                    <a:pt x="122884" y="122883"/>
                  </a:lnTo>
                  <a:lnTo>
                    <a:pt x="158252" y="91302"/>
                  </a:lnTo>
                  <a:lnTo>
                    <a:pt x="196642" y="64113"/>
                  </a:lnTo>
                  <a:lnTo>
                    <a:pt x="237644" y="41486"/>
                  </a:lnTo>
                  <a:lnTo>
                    <a:pt x="280847" y="23591"/>
                  </a:lnTo>
                  <a:lnTo>
                    <a:pt x="325839" y="10598"/>
                  </a:lnTo>
                  <a:lnTo>
                    <a:pt x="372211" y="2677"/>
                  </a:lnTo>
                  <a:lnTo>
                    <a:pt x="419552" y="0"/>
                  </a:lnTo>
                  <a:lnTo>
                    <a:pt x="7476350" y="0"/>
                  </a:lnTo>
                  <a:lnTo>
                    <a:pt x="7523690" y="2677"/>
                  </a:lnTo>
                  <a:lnTo>
                    <a:pt x="7570062" y="10598"/>
                  </a:lnTo>
                  <a:lnTo>
                    <a:pt x="7615055" y="23591"/>
                  </a:lnTo>
                  <a:lnTo>
                    <a:pt x="7658258" y="41486"/>
                  </a:lnTo>
                  <a:lnTo>
                    <a:pt x="7699259" y="64113"/>
                  </a:lnTo>
                  <a:lnTo>
                    <a:pt x="7737650" y="91302"/>
                  </a:lnTo>
                  <a:lnTo>
                    <a:pt x="7773019" y="122883"/>
                  </a:lnTo>
                  <a:lnTo>
                    <a:pt x="7804600" y="158252"/>
                  </a:lnTo>
                  <a:lnTo>
                    <a:pt x="7831789" y="196642"/>
                  </a:lnTo>
                  <a:lnTo>
                    <a:pt x="7854416" y="237644"/>
                  </a:lnTo>
                  <a:lnTo>
                    <a:pt x="7872311" y="280846"/>
                  </a:lnTo>
                  <a:lnTo>
                    <a:pt x="7885304" y="325839"/>
                  </a:lnTo>
                  <a:lnTo>
                    <a:pt x="7893224" y="372211"/>
                  </a:lnTo>
                  <a:lnTo>
                    <a:pt x="7895902" y="419551"/>
                  </a:lnTo>
                  <a:lnTo>
                    <a:pt x="7893224" y="466892"/>
                  </a:lnTo>
                  <a:lnTo>
                    <a:pt x="7885304" y="513264"/>
                  </a:lnTo>
                  <a:lnTo>
                    <a:pt x="7872311" y="558256"/>
                  </a:lnTo>
                  <a:lnTo>
                    <a:pt x="7854416" y="601459"/>
                  </a:lnTo>
                  <a:lnTo>
                    <a:pt x="7831789" y="642460"/>
                  </a:lnTo>
                  <a:lnTo>
                    <a:pt x="7804600" y="680851"/>
                  </a:lnTo>
                  <a:lnTo>
                    <a:pt x="7773019" y="716219"/>
                  </a:lnTo>
                  <a:lnTo>
                    <a:pt x="7737650" y="747800"/>
                  </a:lnTo>
                  <a:lnTo>
                    <a:pt x="7699259" y="774990"/>
                  </a:lnTo>
                  <a:lnTo>
                    <a:pt x="7658258" y="797617"/>
                  </a:lnTo>
                  <a:lnTo>
                    <a:pt x="7615055" y="815512"/>
                  </a:lnTo>
                  <a:lnTo>
                    <a:pt x="7570062" y="828505"/>
                  </a:lnTo>
                  <a:lnTo>
                    <a:pt x="7523690" y="836426"/>
                  </a:lnTo>
                  <a:lnTo>
                    <a:pt x="7476350" y="839103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444" y="7078185"/>
              <a:ext cx="123825" cy="123824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2433204" y="7683475"/>
            <a:ext cx="7894955" cy="1296035"/>
            <a:chOff x="2433204" y="7683475"/>
            <a:chExt cx="7894955" cy="1296035"/>
          </a:xfrm>
        </p:grpSpPr>
        <p:sp>
          <p:nvSpPr>
            <p:cNvPr id="21" name="object 21" descr=""/>
            <p:cNvSpPr/>
            <p:nvPr/>
          </p:nvSpPr>
          <p:spPr>
            <a:xfrm>
              <a:off x="2433204" y="7683475"/>
              <a:ext cx="7894955" cy="1296035"/>
            </a:xfrm>
            <a:custGeom>
              <a:avLst/>
              <a:gdLst/>
              <a:ahLst/>
              <a:cxnLst/>
              <a:rect l="l" t="t" r="r" b="b"/>
              <a:pathLst>
                <a:path w="7894955" h="1296034">
                  <a:moveTo>
                    <a:pt x="7438702" y="1295517"/>
                  </a:moveTo>
                  <a:lnTo>
                    <a:pt x="457200" y="1295517"/>
                  </a:lnTo>
                  <a:lnTo>
                    <a:pt x="405611" y="1292599"/>
                  </a:lnTo>
                  <a:lnTo>
                    <a:pt x="355078" y="1283968"/>
                  </a:lnTo>
                  <a:lnTo>
                    <a:pt x="306048" y="1269809"/>
                  </a:lnTo>
                  <a:lnTo>
                    <a:pt x="258969" y="1250308"/>
                  </a:lnTo>
                  <a:lnTo>
                    <a:pt x="214288" y="1225651"/>
                  </a:lnTo>
                  <a:lnTo>
                    <a:pt x="172452" y="1196022"/>
                  </a:lnTo>
                  <a:lnTo>
                    <a:pt x="133910" y="1161607"/>
                  </a:lnTo>
                  <a:lnTo>
                    <a:pt x="99495" y="1123064"/>
                  </a:lnTo>
                  <a:lnTo>
                    <a:pt x="69866" y="1081229"/>
                  </a:lnTo>
                  <a:lnTo>
                    <a:pt x="45208" y="1036548"/>
                  </a:lnTo>
                  <a:lnTo>
                    <a:pt x="25708" y="989469"/>
                  </a:lnTo>
                  <a:lnTo>
                    <a:pt x="11549" y="940439"/>
                  </a:lnTo>
                  <a:lnTo>
                    <a:pt x="2918" y="889906"/>
                  </a:lnTo>
                  <a:lnTo>
                    <a:pt x="0" y="838317"/>
                  </a:lnTo>
                  <a:lnTo>
                    <a:pt x="0" y="457200"/>
                  </a:lnTo>
                  <a:lnTo>
                    <a:pt x="2918" y="405611"/>
                  </a:lnTo>
                  <a:lnTo>
                    <a:pt x="11549" y="355078"/>
                  </a:lnTo>
                  <a:lnTo>
                    <a:pt x="25708" y="306048"/>
                  </a:lnTo>
                  <a:lnTo>
                    <a:pt x="45208" y="258969"/>
                  </a:lnTo>
                  <a:lnTo>
                    <a:pt x="69866" y="214288"/>
                  </a:lnTo>
                  <a:lnTo>
                    <a:pt x="99495" y="172453"/>
                  </a:lnTo>
                  <a:lnTo>
                    <a:pt x="133910" y="133911"/>
                  </a:lnTo>
                  <a:lnTo>
                    <a:pt x="172452" y="99495"/>
                  </a:lnTo>
                  <a:lnTo>
                    <a:pt x="214288" y="69866"/>
                  </a:lnTo>
                  <a:lnTo>
                    <a:pt x="258969" y="45209"/>
                  </a:lnTo>
                  <a:lnTo>
                    <a:pt x="306048" y="25708"/>
                  </a:lnTo>
                  <a:lnTo>
                    <a:pt x="355078" y="11549"/>
                  </a:lnTo>
                  <a:lnTo>
                    <a:pt x="405611" y="2918"/>
                  </a:lnTo>
                  <a:lnTo>
                    <a:pt x="457200" y="0"/>
                  </a:lnTo>
                  <a:lnTo>
                    <a:pt x="7438702" y="0"/>
                  </a:lnTo>
                  <a:lnTo>
                    <a:pt x="7490291" y="2918"/>
                  </a:lnTo>
                  <a:lnTo>
                    <a:pt x="7540824" y="11549"/>
                  </a:lnTo>
                  <a:lnTo>
                    <a:pt x="7589854" y="25708"/>
                  </a:lnTo>
                  <a:lnTo>
                    <a:pt x="7636933" y="45209"/>
                  </a:lnTo>
                  <a:lnTo>
                    <a:pt x="7681614" y="69866"/>
                  </a:lnTo>
                  <a:lnTo>
                    <a:pt x="7723449" y="99495"/>
                  </a:lnTo>
                  <a:lnTo>
                    <a:pt x="7761991" y="133911"/>
                  </a:lnTo>
                  <a:lnTo>
                    <a:pt x="7796406" y="172453"/>
                  </a:lnTo>
                  <a:lnTo>
                    <a:pt x="7826035" y="214288"/>
                  </a:lnTo>
                  <a:lnTo>
                    <a:pt x="7850693" y="258969"/>
                  </a:lnTo>
                  <a:lnTo>
                    <a:pt x="7870194" y="306048"/>
                  </a:lnTo>
                  <a:lnTo>
                    <a:pt x="7884353" y="355078"/>
                  </a:lnTo>
                  <a:lnTo>
                    <a:pt x="7892984" y="405611"/>
                  </a:lnTo>
                  <a:lnTo>
                    <a:pt x="7894561" y="433490"/>
                  </a:lnTo>
                  <a:lnTo>
                    <a:pt x="7894561" y="862026"/>
                  </a:lnTo>
                  <a:lnTo>
                    <a:pt x="7884353" y="940439"/>
                  </a:lnTo>
                  <a:lnTo>
                    <a:pt x="7870194" y="989469"/>
                  </a:lnTo>
                  <a:lnTo>
                    <a:pt x="7850693" y="1036548"/>
                  </a:lnTo>
                  <a:lnTo>
                    <a:pt x="7826035" y="1081229"/>
                  </a:lnTo>
                  <a:lnTo>
                    <a:pt x="7796406" y="1123064"/>
                  </a:lnTo>
                  <a:lnTo>
                    <a:pt x="7761991" y="1161607"/>
                  </a:lnTo>
                  <a:lnTo>
                    <a:pt x="7723449" y="1196022"/>
                  </a:lnTo>
                  <a:lnTo>
                    <a:pt x="7681614" y="1225651"/>
                  </a:lnTo>
                  <a:lnTo>
                    <a:pt x="7636933" y="1250308"/>
                  </a:lnTo>
                  <a:lnTo>
                    <a:pt x="7589854" y="1269809"/>
                  </a:lnTo>
                  <a:lnTo>
                    <a:pt x="7540824" y="1283968"/>
                  </a:lnTo>
                  <a:lnTo>
                    <a:pt x="7490291" y="1292599"/>
                  </a:lnTo>
                  <a:lnTo>
                    <a:pt x="7438702" y="1295517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444" y="8074075"/>
              <a:ext cx="123825" cy="123824"/>
            </a:xfrm>
            <a:prstGeom prst="rect">
              <a:avLst/>
            </a:prstGeom>
          </p:spPr>
        </p:pic>
      </p:grpSp>
      <p:pic>
        <p:nvPicPr>
          <p:cNvPr id="23" name="object 2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7969" y="4084308"/>
            <a:ext cx="133350" cy="133349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1071232" y="2180419"/>
            <a:ext cx="8443595" cy="65951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9620">
              <a:lnSpc>
                <a:spcPct val="115399"/>
              </a:lnSpc>
              <a:spcBef>
                <a:spcPts val="100"/>
              </a:spcBef>
            </a:pPr>
            <a:r>
              <a:rPr dirty="0" sz="2600" b="1">
                <a:solidFill>
                  <a:srgbClr val="202937"/>
                </a:solidFill>
                <a:latin typeface="Trebuchet MS"/>
                <a:cs typeface="Trebuchet MS"/>
              </a:rPr>
              <a:t>Mise</a:t>
            </a:r>
            <a:r>
              <a:rPr dirty="0" sz="2600" spc="-43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30" b="1">
                <a:solidFill>
                  <a:srgbClr val="202937"/>
                </a:solidFill>
                <a:latin typeface="Trebuchet MS"/>
                <a:cs typeface="Trebuchet MS"/>
              </a:rPr>
              <a:t>en</a:t>
            </a:r>
            <a:r>
              <a:rPr dirty="0" sz="2600" spc="-43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30" b="1">
                <a:solidFill>
                  <a:srgbClr val="202937"/>
                </a:solidFill>
                <a:latin typeface="Trebuchet MS"/>
                <a:cs typeface="Trebuchet MS"/>
              </a:rPr>
              <a:t>place</a:t>
            </a:r>
            <a:r>
              <a:rPr dirty="0" sz="2600" spc="-43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80" b="1">
                <a:solidFill>
                  <a:srgbClr val="202937"/>
                </a:solidFill>
                <a:latin typeface="Trebuchet MS"/>
                <a:cs typeface="Trebuchet MS"/>
              </a:rPr>
              <a:t>d’une</a:t>
            </a:r>
            <a:r>
              <a:rPr dirty="0" sz="2600" spc="-43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65" b="1">
                <a:solidFill>
                  <a:srgbClr val="202937"/>
                </a:solidFill>
                <a:latin typeface="Trebuchet MS"/>
                <a:cs typeface="Trebuchet MS"/>
              </a:rPr>
              <a:t>application</a:t>
            </a:r>
            <a:r>
              <a:rPr dirty="0" sz="2600" spc="-43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100" b="1">
                <a:solidFill>
                  <a:srgbClr val="202937"/>
                </a:solidFill>
                <a:latin typeface="Trebuchet MS"/>
                <a:cs typeface="Trebuchet MS"/>
              </a:rPr>
              <a:t>intelligente</a:t>
            </a:r>
            <a:r>
              <a:rPr dirty="0" sz="2600" spc="-43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10" b="1">
                <a:solidFill>
                  <a:srgbClr val="202937"/>
                </a:solidFill>
                <a:latin typeface="Trebuchet MS"/>
                <a:cs typeface="Trebuchet MS"/>
              </a:rPr>
              <a:t>basée</a:t>
            </a:r>
            <a:r>
              <a:rPr dirty="0" sz="2600" spc="-43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25" b="1">
                <a:solidFill>
                  <a:srgbClr val="202937"/>
                </a:solidFill>
                <a:latin typeface="Trebuchet MS"/>
                <a:cs typeface="Trebuchet MS"/>
              </a:rPr>
              <a:t>sur </a:t>
            </a:r>
            <a:r>
              <a:rPr dirty="0" sz="2600" spc="-80" b="1">
                <a:solidFill>
                  <a:srgbClr val="202937"/>
                </a:solidFill>
                <a:latin typeface="Trebuchet MS"/>
                <a:cs typeface="Trebuchet MS"/>
              </a:rPr>
              <a:t>le</a:t>
            </a:r>
            <a:r>
              <a:rPr dirty="0" sz="2600" spc="-455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150" b="1">
                <a:solidFill>
                  <a:srgbClr val="202937"/>
                </a:solidFill>
                <a:latin typeface="Trebuchet MS"/>
                <a:cs typeface="Trebuchet MS"/>
              </a:rPr>
              <a:t>référentiel</a:t>
            </a:r>
            <a:r>
              <a:rPr dirty="0" sz="2600" spc="-45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25" b="1">
                <a:solidFill>
                  <a:srgbClr val="202937"/>
                </a:solidFill>
                <a:latin typeface="Trebuchet MS"/>
                <a:cs typeface="Trebuchet MS"/>
              </a:rPr>
              <a:t>ITIL«</a:t>
            </a:r>
            <a:r>
              <a:rPr dirty="0" sz="2600" spc="-45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90" b="1">
                <a:solidFill>
                  <a:srgbClr val="4F86EC"/>
                </a:solidFill>
                <a:latin typeface="Trebuchet MS"/>
                <a:cs typeface="Trebuchet MS"/>
              </a:rPr>
              <a:t>Tunisair</a:t>
            </a:r>
            <a:r>
              <a:rPr dirty="0" sz="2600" spc="-450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600" spc="-40" b="1">
                <a:solidFill>
                  <a:srgbClr val="4F86EC"/>
                </a:solidFill>
                <a:latin typeface="Trebuchet MS"/>
                <a:cs typeface="Trebuchet MS"/>
              </a:rPr>
              <a:t>Resolve</a:t>
            </a:r>
            <a:r>
              <a:rPr dirty="0" sz="2600" spc="-450" b="1">
                <a:solidFill>
                  <a:srgbClr val="4F86EC"/>
                </a:solidFill>
                <a:latin typeface="Trebuchet MS"/>
                <a:cs typeface="Trebuchet MS"/>
              </a:rPr>
              <a:t> </a:t>
            </a:r>
            <a:r>
              <a:rPr dirty="0" sz="2600" spc="60" b="1">
                <a:solidFill>
                  <a:srgbClr val="202937"/>
                </a:solidFill>
                <a:latin typeface="Trebuchet MS"/>
                <a:cs typeface="Trebuchet MS"/>
              </a:rPr>
              <a:t>»</a:t>
            </a:r>
            <a:r>
              <a:rPr dirty="0" sz="2600" spc="-450" b="1">
                <a:solidFill>
                  <a:srgbClr val="202937"/>
                </a:solidFill>
                <a:latin typeface="Trebuchet MS"/>
                <a:cs typeface="Trebuchet MS"/>
              </a:rPr>
              <a:t> </a:t>
            </a:r>
            <a:r>
              <a:rPr dirty="0" sz="2600" spc="-20" b="1">
                <a:solidFill>
                  <a:srgbClr val="202937"/>
                </a:solidFill>
                <a:latin typeface="Trebuchet MS"/>
                <a:cs typeface="Trebuchet MS"/>
              </a:rPr>
              <a:t>qui:</a:t>
            </a:r>
            <a:endParaRPr sz="2600">
              <a:latin typeface="Trebuchet MS"/>
              <a:cs typeface="Trebuchet MS"/>
            </a:endParaRPr>
          </a:p>
          <a:p>
            <a:pPr marL="2174875" marR="1646555" indent="20955">
              <a:lnSpc>
                <a:spcPct val="208599"/>
              </a:lnSpc>
              <a:spcBef>
                <a:spcPts val="1895"/>
              </a:spcBef>
            </a:pPr>
            <a:r>
              <a:rPr dirty="0" sz="3200" spc="70" b="1">
                <a:solidFill>
                  <a:srgbClr val="4F86EC"/>
                </a:solidFill>
                <a:latin typeface="Tahoma"/>
                <a:cs typeface="Tahoma"/>
              </a:rPr>
              <a:t>Gère</a:t>
            </a:r>
            <a:r>
              <a:rPr dirty="0" sz="3200" spc="3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200" spc="90" b="1">
                <a:solidFill>
                  <a:srgbClr val="4F86EC"/>
                </a:solidFill>
                <a:latin typeface="Tahoma"/>
                <a:cs typeface="Tahoma"/>
              </a:rPr>
              <a:t>les</a:t>
            </a:r>
            <a:r>
              <a:rPr dirty="0" sz="3200" spc="3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200" spc="75" b="1">
                <a:solidFill>
                  <a:srgbClr val="4F86EC"/>
                </a:solidFill>
                <a:latin typeface="Tahoma"/>
                <a:cs typeface="Tahoma"/>
              </a:rPr>
              <a:t>utilisateurs </a:t>
            </a:r>
            <a:r>
              <a:rPr dirty="0" sz="3100" spc="75" b="1">
                <a:solidFill>
                  <a:srgbClr val="4F86EC"/>
                </a:solidFill>
                <a:latin typeface="Tahoma"/>
                <a:cs typeface="Tahoma"/>
              </a:rPr>
              <a:t>Gère</a:t>
            </a:r>
            <a:r>
              <a:rPr dirty="0" sz="3100" spc="3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90" b="1">
                <a:solidFill>
                  <a:srgbClr val="4F86EC"/>
                </a:solidFill>
                <a:latin typeface="Tahoma"/>
                <a:cs typeface="Tahoma"/>
              </a:rPr>
              <a:t>les</a:t>
            </a:r>
            <a:r>
              <a:rPr dirty="0" sz="3100" spc="3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85" b="1">
                <a:solidFill>
                  <a:srgbClr val="4F86EC"/>
                </a:solidFill>
                <a:latin typeface="Tahoma"/>
                <a:cs typeface="Tahoma"/>
              </a:rPr>
              <a:t>incidents </a:t>
            </a:r>
            <a:r>
              <a:rPr dirty="0" sz="3100" spc="75" b="1">
                <a:solidFill>
                  <a:srgbClr val="4F86EC"/>
                </a:solidFill>
                <a:latin typeface="Tahoma"/>
                <a:cs typeface="Tahoma"/>
              </a:rPr>
              <a:t>Gère</a:t>
            </a:r>
            <a:r>
              <a:rPr dirty="0" sz="3100" spc="3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90" b="1">
                <a:solidFill>
                  <a:srgbClr val="4F86EC"/>
                </a:solidFill>
                <a:latin typeface="Tahoma"/>
                <a:cs typeface="Tahoma"/>
              </a:rPr>
              <a:t>les</a:t>
            </a:r>
            <a:r>
              <a:rPr dirty="0" sz="3100" spc="3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60" b="1">
                <a:solidFill>
                  <a:srgbClr val="4F86EC"/>
                </a:solidFill>
                <a:latin typeface="Tahoma"/>
                <a:cs typeface="Tahoma"/>
              </a:rPr>
              <a:t>problèmes </a:t>
            </a:r>
            <a:r>
              <a:rPr dirty="0" sz="3100" spc="75" b="1">
                <a:solidFill>
                  <a:srgbClr val="4F86EC"/>
                </a:solidFill>
                <a:latin typeface="Tahoma"/>
                <a:cs typeface="Tahoma"/>
              </a:rPr>
              <a:t>Gère</a:t>
            </a:r>
            <a:r>
              <a:rPr dirty="0" sz="3100" spc="3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90" b="1">
                <a:solidFill>
                  <a:srgbClr val="4F86EC"/>
                </a:solidFill>
                <a:latin typeface="Tahoma"/>
                <a:cs typeface="Tahoma"/>
              </a:rPr>
              <a:t>les</a:t>
            </a:r>
            <a:r>
              <a:rPr dirty="0" sz="3100" spc="3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85" b="1">
                <a:solidFill>
                  <a:srgbClr val="4F86EC"/>
                </a:solidFill>
                <a:latin typeface="Tahoma"/>
                <a:cs typeface="Tahoma"/>
              </a:rPr>
              <a:t>changements</a:t>
            </a:r>
            <a:endParaRPr sz="3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3100">
              <a:latin typeface="Tahoma"/>
              <a:cs typeface="Tahoma"/>
            </a:endParaRPr>
          </a:p>
          <a:p>
            <a:pPr marL="2174875" marR="5080">
              <a:lnSpc>
                <a:spcPts val="3379"/>
              </a:lnSpc>
            </a:pPr>
            <a:r>
              <a:rPr dirty="0" sz="3100" spc="50" b="1">
                <a:solidFill>
                  <a:srgbClr val="4F86EC"/>
                </a:solidFill>
                <a:latin typeface="Tahoma"/>
                <a:cs typeface="Tahoma"/>
              </a:rPr>
              <a:t>Analyse</a:t>
            </a:r>
            <a:r>
              <a:rPr dirty="0" sz="3100" spc="6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b="1">
                <a:solidFill>
                  <a:srgbClr val="4F86EC"/>
                </a:solidFill>
                <a:latin typeface="Tahoma"/>
                <a:cs typeface="Tahoma"/>
              </a:rPr>
              <a:t>le</a:t>
            </a:r>
            <a:r>
              <a:rPr dirty="0" sz="3100" spc="6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110" b="1">
                <a:solidFill>
                  <a:srgbClr val="4F86EC"/>
                </a:solidFill>
                <a:latin typeface="Tahoma"/>
                <a:cs typeface="Tahoma"/>
              </a:rPr>
              <a:t>PDF</a:t>
            </a:r>
            <a:r>
              <a:rPr dirty="0" sz="3100" spc="6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b="1">
                <a:solidFill>
                  <a:srgbClr val="4F86EC"/>
                </a:solidFill>
                <a:latin typeface="Tahoma"/>
                <a:cs typeface="Tahoma"/>
              </a:rPr>
              <a:t>liée</a:t>
            </a:r>
            <a:r>
              <a:rPr dirty="0" sz="3100" spc="6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55" b="1">
                <a:solidFill>
                  <a:srgbClr val="4F86EC"/>
                </a:solidFill>
                <a:latin typeface="Tahoma"/>
                <a:cs typeface="Tahoma"/>
              </a:rPr>
              <a:t>à</a:t>
            </a:r>
            <a:r>
              <a:rPr dirty="0" sz="3100" spc="6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45" b="1">
                <a:solidFill>
                  <a:srgbClr val="4F86EC"/>
                </a:solidFill>
                <a:latin typeface="Tahoma"/>
                <a:cs typeface="Tahoma"/>
              </a:rPr>
              <a:t>l’incident </a:t>
            </a:r>
            <a:r>
              <a:rPr dirty="0" sz="3100" b="1">
                <a:solidFill>
                  <a:srgbClr val="4F86EC"/>
                </a:solidFill>
                <a:latin typeface="Tahoma"/>
                <a:cs typeface="Tahoma"/>
              </a:rPr>
              <a:t>ou</a:t>
            </a:r>
            <a:r>
              <a:rPr dirty="0" sz="3100" spc="7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b="1">
                <a:solidFill>
                  <a:srgbClr val="4F86EC"/>
                </a:solidFill>
                <a:latin typeface="Tahoma"/>
                <a:cs typeface="Tahoma"/>
              </a:rPr>
              <a:t>le</a:t>
            </a:r>
            <a:r>
              <a:rPr dirty="0" sz="3100" spc="7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3100" spc="40" b="1">
                <a:solidFill>
                  <a:srgbClr val="4F86EC"/>
                </a:solidFill>
                <a:latin typeface="Tahoma"/>
                <a:cs typeface="Tahoma"/>
              </a:rPr>
              <a:t>problème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6766706" y="8954862"/>
            <a:ext cx="58166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340" b="1">
                <a:solidFill>
                  <a:srgbClr val="4F86EC"/>
                </a:solidFill>
                <a:latin typeface="Tahoma"/>
                <a:cs typeface="Tahoma"/>
              </a:rPr>
              <a:t>10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753879" y="1962164"/>
            <a:ext cx="12499975" cy="5762625"/>
            <a:chOff x="753879" y="1962164"/>
            <a:chExt cx="12499975" cy="5762625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879" y="1962164"/>
              <a:ext cx="12163424" cy="576262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2584673" y="2412166"/>
              <a:ext cx="669290" cy="669290"/>
            </a:xfrm>
            <a:custGeom>
              <a:avLst/>
              <a:gdLst/>
              <a:ahLst/>
              <a:cxnLst/>
              <a:rect l="l" t="t" r="r" b="b"/>
              <a:pathLst>
                <a:path w="669290" h="669289">
                  <a:moveTo>
                    <a:pt x="98827" y="572911"/>
                  </a:moveTo>
                  <a:lnTo>
                    <a:pt x="66159" y="535493"/>
                  </a:lnTo>
                  <a:lnTo>
                    <a:pt x="39964" y="494740"/>
                  </a:lnTo>
                  <a:lnTo>
                    <a:pt x="20247" y="451383"/>
                  </a:lnTo>
                  <a:lnTo>
                    <a:pt x="7011" y="406157"/>
                  </a:lnTo>
                  <a:lnTo>
                    <a:pt x="260" y="359794"/>
                  </a:lnTo>
                  <a:lnTo>
                    <a:pt x="0" y="313029"/>
                  </a:lnTo>
                  <a:lnTo>
                    <a:pt x="6232" y="266594"/>
                  </a:lnTo>
                  <a:lnTo>
                    <a:pt x="18963" y="221223"/>
                  </a:lnTo>
                  <a:lnTo>
                    <a:pt x="38196" y="177650"/>
                  </a:lnTo>
                  <a:lnTo>
                    <a:pt x="63934" y="136606"/>
                  </a:lnTo>
                  <a:lnTo>
                    <a:pt x="96182" y="98827"/>
                  </a:lnTo>
                  <a:lnTo>
                    <a:pt x="133600" y="66159"/>
                  </a:lnTo>
                  <a:lnTo>
                    <a:pt x="174354" y="39964"/>
                  </a:lnTo>
                  <a:lnTo>
                    <a:pt x="217710" y="20247"/>
                  </a:lnTo>
                  <a:lnTo>
                    <a:pt x="262936" y="7011"/>
                  </a:lnTo>
                  <a:lnTo>
                    <a:pt x="309299" y="260"/>
                  </a:lnTo>
                  <a:lnTo>
                    <a:pt x="356064" y="0"/>
                  </a:lnTo>
                  <a:lnTo>
                    <a:pt x="402499" y="6232"/>
                  </a:lnTo>
                  <a:lnTo>
                    <a:pt x="447870" y="18963"/>
                  </a:lnTo>
                  <a:lnTo>
                    <a:pt x="491444" y="38195"/>
                  </a:lnTo>
                  <a:lnTo>
                    <a:pt x="532487" y="63934"/>
                  </a:lnTo>
                  <a:lnTo>
                    <a:pt x="570267" y="96183"/>
                  </a:lnTo>
                  <a:lnTo>
                    <a:pt x="602935" y="133600"/>
                  </a:lnTo>
                  <a:lnTo>
                    <a:pt x="629129" y="174354"/>
                  </a:lnTo>
                  <a:lnTo>
                    <a:pt x="648847" y="217710"/>
                  </a:lnTo>
                  <a:lnTo>
                    <a:pt x="662083" y="262936"/>
                  </a:lnTo>
                  <a:lnTo>
                    <a:pt x="668833" y="309299"/>
                  </a:lnTo>
                  <a:lnTo>
                    <a:pt x="669094" y="356064"/>
                  </a:lnTo>
                  <a:lnTo>
                    <a:pt x="662861" y="402499"/>
                  </a:lnTo>
                  <a:lnTo>
                    <a:pt x="650130" y="447870"/>
                  </a:lnTo>
                  <a:lnTo>
                    <a:pt x="630898" y="491444"/>
                  </a:lnTo>
                  <a:lnTo>
                    <a:pt x="605159" y="532487"/>
                  </a:lnTo>
                  <a:lnTo>
                    <a:pt x="572910" y="570267"/>
                  </a:lnTo>
                  <a:lnTo>
                    <a:pt x="535493" y="602935"/>
                  </a:lnTo>
                  <a:lnTo>
                    <a:pt x="494739" y="629129"/>
                  </a:lnTo>
                  <a:lnTo>
                    <a:pt x="451383" y="648847"/>
                  </a:lnTo>
                  <a:lnTo>
                    <a:pt x="406156" y="662082"/>
                  </a:lnTo>
                  <a:lnTo>
                    <a:pt x="359794" y="668833"/>
                  </a:lnTo>
                  <a:lnTo>
                    <a:pt x="313029" y="669094"/>
                  </a:lnTo>
                  <a:lnTo>
                    <a:pt x="266594" y="662861"/>
                  </a:lnTo>
                  <a:lnTo>
                    <a:pt x="221223" y="650130"/>
                  </a:lnTo>
                  <a:lnTo>
                    <a:pt x="177650" y="630898"/>
                  </a:lnTo>
                  <a:lnTo>
                    <a:pt x="136607" y="605159"/>
                  </a:lnTo>
                  <a:lnTo>
                    <a:pt x="98827" y="572911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763976" y="2566132"/>
              <a:ext cx="336550" cy="361315"/>
            </a:xfrm>
            <a:custGeom>
              <a:avLst/>
              <a:gdLst/>
              <a:ahLst/>
              <a:cxnLst/>
              <a:rect l="l" t="t" r="r" b="b"/>
              <a:pathLst>
                <a:path w="336550" h="361314">
                  <a:moveTo>
                    <a:pt x="285" y="206919"/>
                  </a:moveTo>
                  <a:lnTo>
                    <a:pt x="0" y="155825"/>
                  </a:lnTo>
                  <a:lnTo>
                    <a:pt x="238018" y="154500"/>
                  </a:lnTo>
                  <a:lnTo>
                    <a:pt x="118523" y="36330"/>
                  </a:lnTo>
                  <a:lnTo>
                    <a:pt x="154450" y="0"/>
                  </a:lnTo>
                  <a:lnTo>
                    <a:pt x="335964" y="179500"/>
                  </a:lnTo>
                  <a:lnTo>
                    <a:pt x="156463" y="361014"/>
                  </a:lnTo>
                  <a:lnTo>
                    <a:pt x="120133" y="325087"/>
                  </a:lnTo>
                  <a:lnTo>
                    <a:pt x="238304" y="205591"/>
                  </a:lnTo>
                  <a:lnTo>
                    <a:pt x="285" y="206919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0"/>
              <a:t>M</a:t>
            </a:r>
            <a:r>
              <a:rPr dirty="0" spc="-215"/>
              <a:t>E</a:t>
            </a:r>
            <a:r>
              <a:rPr dirty="0" spc="-200"/>
              <a:t>T</a:t>
            </a:r>
            <a:r>
              <a:rPr dirty="0" spc="-229"/>
              <a:t>HODOLO</a:t>
            </a:r>
            <a:r>
              <a:rPr dirty="0" spc="-220"/>
              <a:t>G</a:t>
            </a:r>
            <a:r>
              <a:rPr dirty="0" spc="-440"/>
              <a:t>I</a:t>
            </a:r>
            <a:r>
              <a:rPr dirty="0" spc="95"/>
              <a:t>E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6766706" y="8954862"/>
            <a:ext cx="4127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1000" b="1">
                <a:solidFill>
                  <a:srgbClr val="4F86EC"/>
                </a:solidFill>
                <a:latin typeface="Tahoma"/>
                <a:cs typeface="Tahoma"/>
              </a:rPr>
              <a:t>11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737313" y="2567513"/>
            <a:ext cx="3556635" cy="30905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35"/>
              </a:spcBef>
            </a:pPr>
            <a:r>
              <a:rPr dirty="0" sz="2250" b="1">
                <a:solidFill>
                  <a:srgbClr val="4F86EC"/>
                </a:solidFill>
                <a:latin typeface="Tahoma"/>
                <a:cs typeface="Tahoma"/>
              </a:rPr>
              <a:t>Livraison</a:t>
            </a:r>
            <a:r>
              <a:rPr dirty="0" sz="2250" spc="30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4F86EC"/>
                </a:solidFill>
                <a:latin typeface="Tahoma"/>
                <a:cs typeface="Tahoma"/>
              </a:rPr>
              <a:t>Itérative</a:t>
            </a:r>
            <a:endParaRPr sz="2250">
              <a:latin typeface="Tahoma"/>
              <a:cs typeface="Tahoma"/>
            </a:endParaRPr>
          </a:p>
          <a:p>
            <a:pPr marL="12700" marR="5080" indent="3810">
              <a:lnSpc>
                <a:spcPts val="7150"/>
              </a:lnSpc>
              <a:spcBef>
                <a:spcPts val="730"/>
              </a:spcBef>
            </a:pPr>
            <a:r>
              <a:rPr dirty="0" sz="2200" spc="45" b="1">
                <a:solidFill>
                  <a:srgbClr val="4F86EC"/>
                </a:solidFill>
                <a:latin typeface="Tahoma"/>
                <a:cs typeface="Tahoma"/>
              </a:rPr>
              <a:t>Collaboration</a:t>
            </a:r>
            <a:r>
              <a:rPr dirty="0" sz="2200" spc="2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4F86EC"/>
                </a:solidFill>
                <a:latin typeface="Tahoma"/>
                <a:cs typeface="Tahoma"/>
              </a:rPr>
              <a:t>Améliorée </a:t>
            </a:r>
            <a:r>
              <a:rPr dirty="0" sz="2200" spc="55" b="1">
                <a:solidFill>
                  <a:srgbClr val="4F86EC"/>
                </a:solidFill>
                <a:latin typeface="Tahoma"/>
                <a:cs typeface="Tahoma"/>
              </a:rPr>
              <a:t>Réduction</a:t>
            </a:r>
            <a:r>
              <a:rPr dirty="0" sz="2200" spc="4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200" spc="95" b="1">
                <a:solidFill>
                  <a:srgbClr val="4F86EC"/>
                </a:solidFill>
                <a:latin typeface="Tahoma"/>
                <a:cs typeface="Tahoma"/>
              </a:rPr>
              <a:t>des</a:t>
            </a:r>
            <a:r>
              <a:rPr dirty="0" sz="2200" spc="45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200" spc="50" b="1">
                <a:solidFill>
                  <a:srgbClr val="4F86EC"/>
                </a:solidFill>
                <a:latin typeface="Tahoma"/>
                <a:cs typeface="Tahoma"/>
              </a:rPr>
              <a:t>Risques </a:t>
            </a:r>
            <a:r>
              <a:rPr dirty="0" sz="2200" b="1">
                <a:solidFill>
                  <a:srgbClr val="4F86EC"/>
                </a:solidFill>
                <a:latin typeface="Tahoma"/>
                <a:cs typeface="Tahoma"/>
              </a:rPr>
              <a:t>Amélioration</a:t>
            </a:r>
            <a:r>
              <a:rPr dirty="0" sz="2200" spc="400" b="1">
                <a:solidFill>
                  <a:srgbClr val="4F86EC"/>
                </a:solidFill>
                <a:latin typeface="Tahoma"/>
                <a:cs typeface="Tahoma"/>
              </a:rPr>
              <a:t> </a:t>
            </a:r>
            <a:r>
              <a:rPr dirty="0" sz="2200" spc="45" b="1">
                <a:solidFill>
                  <a:srgbClr val="4F86EC"/>
                </a:solidFill>
                <a:latin typeface="Tahoma"/>
                <a:cs typeface="Tahoma"/>
              </a:rPr>
              <a:t>Continue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704370"/>
            <a:ext cx="5812790" cy="4051300"/>
          </a:xfrm>
          <a:custGeom>
            <a:avLst/>
            <a:gdLst/>
            <a:ahLst/>
            <a:cxnLst/>
            <a:rect l="l" t="t" r="r" b="b"/>
            <a:pathLst>
              <a:path w="5812790" h="4051300">
                <a:moveTo>
                  <a:pt x="1476990" y="4038600"/>
                </a:moveTo>
                <a:lnTo>
                  <a:pt x="1556860" y="4044184"/>
                </a:lnTo>
                <a:lnTo>
                  <a:pt x="1604776" y="4046737"/>
                </a:lnTo>
                <a:lnTo>
                  <a:pt x="1652839" y="4048728"/>
                </a:lnTo>
                <a:lnTo>
                  <a:pt x="1701046" y="4050154"/>
                </a:lnTo>
                <a:lnTo>
                  <a:pt x="1749393" y="4051012"/>
                </a:lnTo>
                <a:lnTo>
                  <a:pt x="1797878" y="4051300"/>
                </a:lnTo>
                <a:lnTo>
                  <a:pt x="1846362" y="4051012"/>
                </a:lnTo>
                <a:lnTo>
                  <a:pt x="1894710" y="4050154"/>
                </a:lnTo>
                <a:lnTo>
                  <a:pt x="1942916" y="4048728"/>
                </a:lnTo>
                <a:lnTo>
                  <a:pt x="1990979" y="4046737"/>
                </a:lnTo>
                <a:lnTo>
                  <a:pt x="2038895" y="4044184"/>
                </a:lnTo>
                <a:lnTo>
                  <a:pt x="2086660" y="4041072"/>
                </a:lnTo>
                <a:lnTo>
                  <a:pt x="2118765" y="4038600"/>
                </a:lnTo>
              </a:path>
              <a:path w="5812790" h="4051300">
                <a:moveTo>
                  <a:pt x="1344387" y="4025900"/>
                </a:moveTo>
                <a:lnTo>
                  <a:pt x="1366732" y="4028419"/>
                </a:lnTo>
                <a:lnTo>
                  <a:pt x="1414028" y="4033187"/>
                </a:lnTo>
                <a:lnTo>
                  <a:pt x="1461483" y="4037405"/>
                </a:lnTo>
                <a:lnTo>
                  <a:pt x="1476990" y="4038600"/>
                </a:lnTo>
              </a:path>
              <a:path w="5812790" h="4051300">
                <a:moveTo>
                  <a:pt x="2118765" y="4038600"/>
                </a:moveTo>
                <a:lnTo>
                  <a:pt x="2134272" y="4037405"/>
                </a:lnTo>
                <a:lnTo>
                  <a:pt x="2181727" y="4033187"/>
                </a:lnTo>
                <a:lnTo>
                  <a:pt x="2229023" y="4028419"/>
                </a:lnTo>
                <a:lnTo>
                  <a:pt x="2251368" y="4025900"/>
                </a:lnTo>
              </a:path>
              <a:path w="5812790" h="4051300">
                <a:moveTo>
                  <a:pt x="1243000" y="4013200"/>
                </a:moveTo>
                <a:lnTo>
                  <a:pt x="1272634" y="4017249"/>
                </a:lnTo>
                <a:lnTo>
                  <a:pt x="1319600" y="4023105"/>
                </a:lnTo>
                <a:lnTo>
                  <a:pt x="1344387" y="4025900"/>
                </a:lnTo>
              </a:path>
              <a:path w="5812790" h="4051300">
                <a:moveTo>
                  <a:pt x="2251368" y="4025900"/>
                </a:moveTo>
                <a:lnTo>
                  <a:pt x="2276155" y="4023105"/>
                </a:lnTo>
                <a:lnTo>
                  <a:pt x="2323121" y="4017249"/>
                </a:lnTo>
                <a:lnTo>
                  <a:pt x="2352755" y="4013200"/>
                </a:lnTo>
              </a:path>
              <a:path w="5812790" h="4051300">
                <a:moveTo>
                  <a:pt x="1157910" y="4000500"/>
                </a:moveTo>
                <a:lnTo>
                  <a:pt x="1179214" y="4003923"/>
                </a:lnTo>
                <a:lnTo>
                  <a:pt x="1225838" y="4010854"/>
                </a:lnTo>
                <a:lnTo>
                  <a:pt x="1243000" y="4013200"/>
                </a:lnTo>
              </a:path>
              <a:path w="5812790" h="4051300">
                <a:moveTo>
                  <a:pt x="2352755" y="4013200"/>
                </a:moveTo>
                <a:lnTo>
                  <a:pt x="2369917" y="4010854"/>
                </a:lnTo>
                <a:lnTo>
                  <a:pt x="2416541" y="4003923"/>
                </a:lnTo>
                <a:lnTo>
                  <a:pt x="2437846" y="4000500"/>
                </a:lnTo>
              </a:path>
              <a:path w="5812790" h="4051300">
                <a:moveTo>
                  <a:pt x="953866" y="3962400"/>
                </a:moveTo>
                <a:lnTo>
                  <a:pt x="994512" y="3970903"/>
                </a:lnTo>
                <a:lnTo>
                  <a:pt x="1040413" y="3979946"/>
                </a:lnTo>
                <a:lnTo>
                  <a:pt x="1086498" y="3988466"/>
                </a:lnTo>
                <a:lnTo>
                  <a:pt x="1132767" y="3996459"/>
                </a:lnTo>
                <a:lnTo>
                  <a:pt x="1157910" y="4000500"/>
                </a:lnTo>
              </a:path>
              <a:path w="5812790" h="4051300">
                <a:moveTo>
                  <a:pt x="2437846" y="4000500"/>
                </a:moveTo>
                <a:lnTo>
                  <a:pt x="2462988" y="3996459"/>
                </a:lnTo>
                <a:lnTo>
                  <a:pt x="2509257" y="3988466"/>
                </a:lnTo>
                <a:lnTo>
                  <a:pt x="2555342" y="3979946"/>
                </a:lnTo>
                <a:lnTo>
                  <a:pt x="2601243" y="3970903"/>
                </a:lnTo>
                <a:lnTo>
                  <a:pt x="2641889" y="3962400"/>
                </a:lnTo>
              </a:path>
              <a:path w="5812790" h="4051300">
                <a:moveTo>
                  <a:pt x="0" y="3627186"/>
                </a:moveTo>
                <a:lnTo>
                  <a:pt x="38178" y="3646103"/>
                </a:lnTo>
                <a:lnTo>
                  <a:pt x="79181" y="3665842"/>
                </a:lnTo>
                <a:lnTo>
                  <a:pt x="120440" y="3685129"/>
                </a:lnTo>
                <a:lnTo>
                  <a:pt x="161953" y="3703960"/>
                </a:lnTo>
                <a:lnTo>
                  <a:pt x="203715" y="3722333"/>
                </a:lnTo>
                <a:lnTo>
                  <a:pt x="245724" y="3740243"/>
                </a:lnTo>
                <a:lnTo>
                  <a:pt x="287977" y="3757688"/>
                </a:lnTo>
                <a:lnTo>
                  <a:pt x="330470" y="3774664"/>
                </a:lnTo>
                <a:lnTo>
                  <a:pt x="373200" y="3791169"/>
                </a:lnTo>
                <a:lnTo>
                  <a:pt x="416164" y="3807199"/>
                </a:lnTo>
                <a:lnTo>
                  <a:pt x="459359" y="3822750"/>
                </a:lnTo>
                <a:lnTo>
                  <a:pt x="502780" y="3837820"/>
                </a:lnTo>
                <a:lnTo>
                  <a:pt x="546427" y="3852406"/>
                </a:lnTo>
                <a:lnTo>
                  <a:pt x="590294" y="3866504"/>
                </a:lnTo>
                <a:lnTo>
                  <a:pt x="634379" y="3880111"/>
                </a:lnTo>
                <a:lnTo>
                  <a:pt x="678678" y="3893223"/>
                </a:lnTo>
                <a:lnTo>
                  <a:pt x="723189" y="3905838"/>
                </a:lnTo>
                <a:lnTo>
                  <a:pt x="767908" y="3917953"/>
                </a:lnTo>
                <a:lnTo>
                  <a:pt x="812832" y="3929563"/>
                </a:lnTo>
                <a:lnTo>
                  <a:pt x="857957" y="3940667"/>
                </a:lnTo>
                <a:lnTo>
                  <a:pt x="903281" y="3951260"/>
                </a:lnTo>
                <a:lnTo>
                  <a:pt x="948801" y="3961340"/>
                </a:lnTo>
                <a:lnTo>
                  <a:pt x="953866" y="3962400"/>
                </a:lnTo>
              </a:path>
              <a:path w="5812790" h="4051300">
                <a:moveTo>
                  <a:pt x="2641889" y="3962400"/>
                </a:moveTo>
                <a:lnTo>
                  <a:pt x="2692474" y="3951260"/>
                </a:lnTo>
                <a:lnTo>
                  <a:pt x="2737798" y="3940667"/>
                </a:lnTo>
                <a:lnTo>
                  <a:pt x="2782923" y="3929563"/>
                </a:lnTo>
                <a:lnTo>
                  <a:pt x="2827847" y="3917953"/>
                </a:lnTo>
                <a:lnTo>
                  <a:pt x="2872566" y="3905838"/>
                </a:lnTo>
                <a:lnTo>
                  <a:pt x="2917077" y="3893223"/>
                </a:lnTo>
                <a:lnTo>
                  <a:pt x="2961376" y="3880111"/>
                </a:lnTo>
                <a:lnTo>
                  <a:pt x="3005461" y="3866504"/>
                </a:lnTo>
                <a:lnTo>
                  <a:pt x="3049328" y="3852406"/>
                </a:lnTo>
                <a:lnTo>
                  <a:pt x="3092975" y="3837820"/>
                </a:lnTo>
                <a:lnTo>
                  <a:pt x="3136396" y="3822750"/>
                </a:lnTo>
                <a:lnTo>
                  <a:pt x="3179591" y="3807199"/>
                </a:lnTo>
                <a:lnTo>
                  <a:pt x="3222555" y="3791169"/>
                </a:lnTo>
                <a:lnTo>
                  <a:pt x="3265285" y="3774664"/>
                </a:lnTo>
                <a:lnTo>
                  <a:pt x="3307778" y="3757688"/>
                </a:lnTo>
                <a:lnTo>
                  <a:pt x="3350031" y="3740243"/>
                </a:lnTo>
                <a:lnTo>
                  <a:pt x="3392040" y="3722333"/>
                </a:lnTo>
                <a:lnTo>
                  <a:pt x="3433802" y="3703960"/>
                </a:lnTo>
                <a:lnTo>
                  <a:pt x="3475315" y="3685129"/>
                </a:lnTo>
                <a:lnTo>
                  <a:pt x="3516574" y="3665842"/>
                </a:lnTo>
                <a:lnTo>
                  <a:pt x="3557577" y="3646103"/>
                </a:lnTo>
                <a:lnTo>
                  <a:pt x="3598321" y="3625915"/>
                </a:lnTo>
                <a:lnTo>
                  <a:pt x="3638801" y="3605280"/>
                </a:lnTo>
                <a:lnTo>
                  <a:pt x="3679016" y="3584203"/>
                </a:lnTo>
                <a:lnTo>
                  <a:pt x="3718961" y="3562686"/>
                </a:lnTo>
                <a:lnTo>
                  <a:pt x="3758635" y="3540733"/>
                </a:lnTo>
                <a:lnTo>
                  <a:pt x="3798032" y="3518347"/>
                </a:lnTo>
                <a:lnTo>
                  <a:pt x="3837150" y="3495530"/>
                </a:lnTo>
                <a:lnTo>
                  <a:pt x="3875987" y="3472287"/>
                </a:lnTo>
                <a:lnTo>
                  <a:pt x="3914538" y="3448621"/>
                </a:lnTo>
                <a:lnTo>
                  <a:pt x="3952801" y="3424534"/>
                </a:lnTo>
                <a:lnTo>
                  <a:pt x="3990772" y="3400030"/>
                </a:lnTo>
                <a:lnTo>
                  <a:pt x="4028448" y="3375112"/>
                </a:lnTo>
                <a:lnTo>
                  <a:pt x="4065826" y="3349784"/>
                </a:lnTo>
                <a:lnTo>
                  <a:pt x="4102902" y="3324048"/>
                </a:lnTo>
                <a:lnTo>
                  <a:pt x="4139674" y="3297908"/>
                </a:lnTo>
                <a:lnTo>
                  <a:pt x="4176139" y="3271367"/>
                </a:lnTo>
                <a:lnTo>
                  <a:pt x="4212292" y="3244428"/>
                </a:lnTo>
                <a:lnTo>
                  <a:pt x="4248131" y="3217094"/>
                </a:lnTo>
                <a:lnTo>
                  <a:pt x="4283652" y="3189369"/>
                </a:lnTo>
                <a:lnTo>
                  <a:pt x="4318853" y="3161256"/>
                </a:lnTo>
                <a:lnTo>
                  <a:pt x="4353730" y="3132758"/>
                </a:lnTo>
                <a:lnTo>
                  <a:pt x="4388280" y="3103879"/>
                </a:lnTo>
                <a:lnTo>
                  <a:pt x="4422500" y="3074621"/>
                </a:lnTo>
                <a:lnTo>
                  <a:pt x="4456386" y="3044987"/>
                </a:lnTo>
                <a:lnTo>
                  <a:pt x="4489936" y="3014982"/>
                </a:lnTo>
                <a:lnTo>
                  <a:pt x="4523145" y="2984607"/>
                </a:lnTo>
                <a:lnTo>
                  <a:pt x="4556012" y="2953867"/>
                </a:lnTo>
                <a:lnTo>
                  <a:pt x="4588532" y="2922765"/>
                </a:lnTo>
                <a:lnTo>
                  <a:pt x="4620702" y="2891303"/>
                </a:lnTo>
                <a:lnTo>
                  <a:pt x="4652520" y="2859486"/>
                </a:lnTo>
                <a:lnTo>
                  <a:pt x="4683981" y="2827315"/>
                </a:lnTo>
                <a:lnTo>
                  <a:pt x="4715084" y="2794795"/>
                </a:lnTo>
                <a:lnTo>
                  <a:pt x="4745824" y="2761929"/>
                </a:lnTo>
                <a:lnTo>
                  <a:pt x="4776198" y="2728719"/>
                </a:lnTo>
                <a:lnTo>
                  <a:pt x="4806204" y="2695170"/>
                </a:lnTo>
                <a:lnTo>
                  <a:pt x="4835837" y="2661283"/>
                </a:lnTo>
                <a:lnTo>
                  <a:pt x="4865095" y="2627064"/>
                </a:lnTo>
                <a:lnTo>
                  <a:pt x="4893975" y="2592514"/>
                </a:lnTo>
                <a:lnTo>
                  <a:pt x="4922473" y="2557637"/>
                </a:lnTo>
                <a:lnTo>
                  <a:pt x="4950586" y="2522436"/>
                </a:lnTo>
                <a:lnTo>
                  <a:pt x="4978311" y="2486914"/>
                </a:lnTo>
                <a:lnTo>
                  <a:pt x="5005656" y="2451084"/>
                </a:lnTo>
                <a:lnTo>
                  <a:pt x="5032583" y="2414922"/>
                </a:lnTo>
                <a:lnTo>
                  <a:pt x="5059124" y="2378458"/>
                </a:lnTo>
                <a:lnTo>
                  <a:pt x="5085264" y="2341686"/>
                </a:lnTo>
                <a:lnTo>
                  <a:pt x="5111000" y="2304609"/>
                </a:lnTo>
                <a:lnTo>
                  <a:pt x="5136329" y="2267231"/>
                </a:lnTo>
                <a:lnTo>
                  <a:pt x="5161246" y="2229555"/>
                </a:lnTo>
                <a:lnTo>
                  <a:pt x="5185750" y="2191584"/>
                </a:lnTo>
                <a:lnTo>
                  <a:pt x="5209837" y="2153322"/>
                </a:lnTo>
                <a:lnTo>
                  <a:pt x="5233504" y="2114770"/>
                </a:lnTo>
                <a:lnTo>
                  <a:pt x="5256747" y="2075934"/>
                </a:lnTo>
                <a:lnTo>
                  <a:pt x="5279563" y="2036815"/>
                </a:lnTo>
                <a:lnTo>
                  <a:pt x="5301949" y="1997418"/>
                </a:lnTo>
                <a:lnTo>
                  <a:pt x="5323903" y="1957745"/>
                </a:lnTo>
                <a:lnTo>
                  <a:pt x="5345420" y="1917799"/>
                </a:lnTo>
                <a:lnTo>
                  <a:pt x="5366497" y="1877585"/>
                </a:lnTo>
                <a:lnTo>
                  <a:pt x="5387131" y="1837104"/>
                </a:lnTo>
                <a:lnTo>
                  <a:pt x="5407320" y="1796361"/>
                </a:lnTo>
                <a:lnTo>
                  <a:pt x="5427059" y="1755357"/>
                </a:lnTo>
                <a:lnTo>
                  <a:pt x="5446346" y="1714098"/>
                </a:lnTo>
                <a:lnTo>
                  <a:pt x="5465177" y="1672586"/>
                </a:lnTo>
                <a:lnTo>
                  <a:pt x="5483549" y="1630823"/>
                </a:lnTo>
                <a:lnTo>
                  <a:pt x="5501460" y="1588814"/>
                </a:lnTo>
                <a:lnTo>
                  <a:pt x="5518904" y="1546561"/>
                </a:lnTo>
                <a:lnTo>
                  <a:pt x="5535881" y="1504068"/>
                </a:lnTo>
                <a:lnTo>
                  <a:pt x="5552386" y="1461338"/>
                </a:lnTo>
                <a:lnTo>
                  <a:pt x="5568415" y="1418374"/>
                </a:lnTo>
                <a:lnTo>
                  <a:pt x="5583967" y="1375180"/>
                </a:lnTo>
                <a:lnTo>
                  <a:pt x="5599037" y="1331758"/>
                </a:lnTo>
                <a:lnTo>
                  <a:pt x="5613623" y="1288112"/>
                </a:lnTo>
                <a:lnTo>
                  <a:pt x="5627617" y="1244566"/>
                </a:lnTo>
                <a:lnTo>
                  <a:pt x="5627731" y="1244249"/>
                </a:lnTo>
                <a:lnTo>
                  <a:pt x="5641327" y="1200160"/>
                </a:lnTo>
                <a:lnTo>
                  <a:pt x="5654440" y="1155860"/>
                </a:lnTo>
                <a:lnTo>
                  <a:pt x="5667055" y="1111350"/>
                </a:lnTo>
                <a:lnTo>
                  <a:pt x="5679127" y="1066788"/>
                </a:lnTo>
                <a:lnTo>
                  <a:pt x="5679175" y="1066632"/>
                </a:lnTo>
                <a:lnTo>
                  <a:pt x="5690780" y="1021707"/>
                </a:lnTo>
                <a:lnTo>
                  <a:pt x="5701884" y="976581"/>
                </a:lnTo>
                <a:lnTo>
                  <a:pt x="5712477" y="931257"/>
                </a:lnTo>
                <a:lnTo>
                  <a:pt x="5722557" y="885738"/>
                </a:lnTo>
                <a:lnTo>
                  <a:pt x="5732119" y="840026"/>
                </a:lnTo>
                <a:lnTo>
                  <a:pt x="5741163" y="794126"/>
                </a:lnTo>
                <a:lnTo>
                  <a:pt x="5749682" y="748040"/>
                </a:lnTo>
                <a:lnTo>
                  <a:pt x="5757676" y="701772"/>
                </a:lnTo>
                <a:lnTo>
                  <a:pt x="5765140" y="655324"/>
                </a:lnTo>
                <a:lnTo>
                  <a:pt x="5772071" y="608701"/>
                </a:lnTo>
                <a:lnTo>
                  <a:pt x="5778466" y="561904"/>
                </a:lnTo>
                <a:lnTo>
                  <a:pt x="5784322" y="514938"/>
                </a:lnTo>
                <a:lnTo>
                  <a:pt x="5789635" y="467806"/>
                </a:lnTo>
                <a:lnTo>
                  <a:pt x="5794403" y="420511"/>
                </a:lnTo>
                <a:lnTo>
                  <a:pt x="5798622" y="373056"/>
                </a:lnTo>
                <a:lnTo>
                  <a:pt x="5802289" y="325444"/>
                </a:lnTo>
                <a:lnTo>
                  <a:pt x="5805289" y="279393"/>
                </a:lnTo>
                <a:lnTo>
                  <a:pt x="5805409" y="277679"/>
                </a:lnTo>
                <a:lnTo>
                  <a:pt x="5807953" y="229762"/>
                </a:lnTo>
                <a:lnTo>
                  <a:pt x="5809944" y="181700"/>
                </a:lnTo>
                <a:lnTo>
                  <a:pt x="5811476" y="133495"/>
                </a:lnTo>
                <a:lnTo>
                  <a:pt x="5812170" y="88899"/>
                </a:lnTo>
                <a:lnTo>
                  <a:pt x="5812506" y="38100"/>
                </a:lnTo>
                <a:lnTo>
                  <a:pt x="5812496" y="36661"/>
                </a:lnTo>
                <a:lnTo>
                  <a:pt x="581229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05366" y="2500017"/>
            <a:ext cx="635" cy="1270"/>
          </a:xfrm>
          <a:custGeom>
            <a:avLst/>
            <a:gdLst/>
            <a:ahLst/>
            <a:cxnLst/>
            <a:rect l="l" t="t" r="r" b="b"/>
            <a:pathLst>
              <a:path w="635" h="1269">
                <a:moveTo>
                  <a:pt x="95" y="1149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789604" y="2309890"/>
            <a:ext cx="635" cy="1270"/>
          </a:xfrm>
          <a:custGeom>
            <a:avLst/>
            <a:gdLst/>
            <a:ahLst/>
            <a:cxnLst/>
            <a:rect l="l" t="t" r="r" b="b"/>
            <a:pathLst>
              <a:path w="635" h="1269">
                <a:moveTo>
                  <a:pt x="109" y="771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006701" y="7134684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79" y="0"/>
                </a:moveTo>
                <a:lnTo>
                  <a:pt x="0" y="772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1990939" y="7324805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63" y="0"/>
                </a:moveTo>
                <a:lnTo>
                  <a:pt x="0" y="115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1983801" y="7529153"/>
            <a:ext cx="1062990" cy="2758440"/>
          </a:xfrm>
          <a:custGeom>
            <a:avLst/>
            <a:gdLst/>
            <a:ahLst/>
            <a:cxnLst/>
            <a:rect l="l" t="t" r="r" b="b"/>
            <a:pathLst>
              <a:path w="1062990" h="2758440">
                <a:moveTo>
                  <a:pt x="208" y="0"/>
                </a:moveTo>
                <a:lnTo>
                  <a:pt x="0" y="36661"/>
                </a:lnTo>
                <a:lnTo>
                  <a:pt x="8" y="38100"/>
                </a:lnTo>
                <a:lnTo>
                  <a:pt x="258" y="85146"/>
                </a:lnTo>
                <a:lnTo>
                  <a:pt x="326" y="88899"/>
                </a:lnTo>
                <a:lnTo>
                  <a:pt x="1037" y="133495"/>
                </a:lnTo>
                <a:lnTo>
                  <a:pt x="1234" y="139697"/>
                </a:lnTo>
                <a:lnTo>
                  <a:pt x="2563" y="181700"/>
                </a:lnTo>
                <a:lnTo>
                  <a:pt x="4554" y="229762"/>
                </a:lnTo>
                <a:lnTo>
                  <a:pt x="6992" y="277686"/>
                </a:lnTo>
                <a:lnTo>
                  <a:pt x="7108" y="279400"/>
                </a:lnTo>
                <a:lnTo>
                  <a:pt x="10218" y="325444"/>
                </a:lnTo>
                <a:lnTo>
                  <a:pt x="13885" y="373056"/>
                </a:lnTo>
                <a:lnTo>
                  <a:pt x="18104" y="420511"/>
                </a:lnTo>
                <a:lnTo>
                  <a:pt x="22872" y="467806"/>
                </a:lnTo>
                <a:lnTo>
                  <a:pt x="28185" y="514938"/>
                </a:lnTo>
                <a:lnTo>
                  <a:pt x="34041" y="561904"/>
                </a:lnTo>
                <a:lnTo>
                  <a:pt x="40436" y="608701"/>
                </a:lnTo>
                <a:lnTo>
                  <a:pt x="47367" y="655324"/>
                </a:lnTo>
                <a:lnTo>
                  <a:pt x="54831" y="701772"/>
                </a:lnTo>
                <a:lnTo>
                  <a:pt x="62825" y="748040"/>
                </a:lnTo>
                <a:lnTo>
                  <a:pt x="71344" y="794126"/>
                </a:lnTo>
                <a:lnTo>
                  <a:pt x="80387" y="840026"/>
                </a:lnTo>
                <a:lnTo>
                  <a:pt x="89950" y="885738"/>
                </a:lnTo>
                <a:lnTo>
                  <a:pt x="100030" y="931257"/>
                </a:lnTo>
                <a:lnTo>
                  <a:pt x="110623" y="976581"/>
                </a:lnTo>
                <a:lnTo>
                  <a:pt x="121727" y="1021707"/>
                </a:lnTo>
                <a:lnTo>
                  <a:pt x="133290" y="1066645"/>
                </a:lnTo>
                <a:lnTo>
                  <a:pt x="133333" y="1066801"/>
                </a:lnTo>
                <a:lnTo>
                  <a:pt x="145452" y="1111350"/>
                </a:lnTo>
                <a:lnTo>
                  <a:pt x="158067" y="1155860"/>
                </a:lnTo>
                <a:lnTo>
                  <a:pt x="171180" y="1200160"/>
                </a:lnTo>
                <a:lnTo>
                  <a:pt x="184674" y="1244285"/>
                </a:lnTo>
                <a:lnTo>
                  <a:pt x="198884" y="1288112"/>
                </a:lnTo>
                <a:lnTo>
                  <a:pt x="213470" y="1331758"/>
                </a:lnTo>
                <a:lnTo>
                  <a:pt x="228540" y="1375180"/>
                </a:lnTo>
                <a:lnTo>
                  <a:pt x="244092" y="1418374"/>
                </a:lnTo>
                <a:lnTo>
                  <a:pt x="260121" y="1461338"/>
                </a:lnTo>
                <a:lnTo>
                  <a:pt x="276626" y="1504068"/>
                </a:lnTo>
                <a:lnTo>
                  <a:pt x="293603" y="1546561"/>
                </a:lnTo>
                <a:lnTo>
                  <a:pt x="311047" y="1588814"/>
                </a:lnTo>
                <a:lnTo>
                  <a:pt x="328958" y="1630823"/>
                </a:lnTo>
                <a:lnTo>
                  <a:pt x="347330" y="1672586"/>
                </a:lnTo>
                <a:lnTo>
                  <a:pt x="366161" y="1714098"/>
                </a:lnTo>
                <a:lnTo>
                  <a:pt x="385448" y="1755358"/>
                </a:lnTo>
                <a:lnTo>
                  <a:pt x="405187" y="1796361"/>
                </a:lnTo>
                <a:lnTo>
                  <a:pt x="425376" y="1837104"/>
                </a:lnTo>
                <a:lnTo>
                  <a:pt x="446010" y="1877585"/>
                </a:lnTo>
                <a:lnTo>
                  <a:pt x="467087" y="1917799"/>
                </a:lnTo>
                <a:lnTo>
                  <a:pt x="488604" y="1957745"/>
                </a:lnTo>
                <a:lnTo>
                  <a:pt x="510557" y="1997418"/>
                </a:lnTo>
                <a:lnTo>
                  <a:pt x="532944" y="2036815"/>
                </a:lnTo>
                <a:lnTo>
                  <a:pt x="555760" y="2075934"/>
                </a:lnTo>
                <a:lnTo>
                  <a:pt x="579003" y="2114770"/>
                </a:lnTo>
                <a:lnTo>
                  <a:pt x="602670" y="2153322"/>
                </a:lnTo>
                <a:lnTo>
                  <a:pt x="626757" y="2191584"/>
                </a:lnTo>
                <a:lnTo>
                  <a:pt x="651260" y="2229555"/>
                </a:lnTo>
                <a:lnTo>
                  <a:pt x="676178" y="2267231"/>
                </a:lnTo>
                <a:lnTo>
                  <a:pt x="701507" y="2304609"/>
                </a:lnTo>
                <a:lnTo>
                  <a:pt x="727243" y="2341686"/>
                </a:lnTo>
                <a:lnTo>
                  <a:pt x="753383" y="2378458"/>
                </a:lnTo>
                <a:lnTo>
                  <a:pt x="779924" y="2414922"/>
                </a:lnTo>
                <a:lnTo>
                  <a:pt x="806850" y="2451088"/>
                </a:lnTo>
                <a:lnTo>
                  <a:pt x="834196" y="2486914"/>
                </a:lnTo>
                <a:lnTo>
                  <a:pt x="861921" y="2522436"/>
                </a:lnTo>
                <a:lnTo>
                  <a:pt x="890034" y="2557637"/>
                </a:lnTo>
                <a:lnTo>
                  <a:pt x="918532" y="2592514"/>
                </a:lnTo>
                <a:lnTo>
                  <a:pt x="947411" y="2627064"/>
                </a:lnTo>
                <a:lnTo>
                  <a:pt x="976670" y="2661283"/>
                </a:lnTo>
                <a:lnTo>
                  <a:pt x="1006303" y="2695170"/>
                </a:lnTo>
                <a:lnTo>
                  <a:pt x="1036309" y="2728719"/>
                </a:lnTo>
                <a:lnTo>
                  <a:pt x="1062948" y="2757846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97901" y="4285794"/>
            <a:ext cx="10785475" cy="1035050"/>
          </a:xfrm>
          <a:custGeom>
            <a:avLst/>
            <a:gdLst/>
            <a:ahLst/>
            <a:cxnLst/>
            <a:rect l="l" t="t" r="r" b="b"/>
            <a:pathLst>
              <a:path w="10785475" h="1035050">
                <a:moveTo>
                  <a:pt x="10348904" y="1034469"/>
                </a:moveTo>
                <a:lnTo>
                  <a:pt x="438150" y="1034469"/>
                </a:lnTo>
                <a:lnTo>
                  <a:pt x="390408" y="1031898"/>
                </a:lnTo>
                <a:lnTo>
                  <a:pt x="344156" y="1024364"/>
                </a:lnTo>
                <a:lnTo>
                  <a:pt x="299660" y="1012132"/>
                </a:lnTo>
                <a:lnTo>
                  <a:pt x="257188" y="995472"/>
                </a:lnTo>
                <a:lnTo>
                  <a:pt x="217007" y="974649"/>
                </a:lnTo>
                <a:lnTo>
                  <a:pt x="179384" y="949932"/>
                </a:lnTo>
                <a:lnTo>
                  <a:pt x="144586" y="921587"/>
                </a:lnTo>
                <a:lnTo>
                  <a:pt x="112882" y="889883"/>
                </a:lnTo>
                <a:lnTo>
                  <a:pt x="84537" y="855085"/>
                </a:lnTo>
                <a:lnTo>
                  <a:pt x="59820" y="817462"/>
                </a:lnTo>
                <a:lnTo>
                  <a:pt x="38997" y="777281"/>
                </a:lnTo>
                <a:lnTo>
                  <a:pt x="22337" y="734809"/>
                </a:lnTo>
                <a:lnTo>
                  <a:pt x="10105" y="690313"/>
                </a:lnTo>
                <a:lnTo>
                  <a:pt x="2571" y="644061"/>
                </a:lnTo>
                <a:lnTo>
                  <a:pt x="0" y="596320"/>
                </a:lnTo>
                <a:lnTo>
                  <a:pt x="0" y="438150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50" y="0"/>
                </a:lnTo>
                <a:lnTo>
                  <a:pt x="10348904" y="0"/>
                </a:lnTo>
                <a:lnTo>
                  <a:pt x="10396645" y="2571"/>
                </a:lnTo>
                <a:lnTo>
                  <a:pt x="10442897" y="10105"/>
                </a:lnTo>
                <a:lnTo>
                  <a:pt x="10487393" y="22337"/>
                </a:lnTo>
                <a:lnTo>
                  <a:pt x="10529865" y="38997"/>
                </a:lnTo>
                <a:lnTo>
                  <a:pt x="10570047" y="59820"/>
                </a:lnTo>
                <a:lnTo>
                  <a:pt x="10607670" y="84537"/>
                </a:lnTo>
                <a:lnTo>
                  <a:pt x="10642467" y="112882"/>
                </a:lnTo>
                <a:lnTo>
                  <a:pt x="10674172" y="144586"/>
                </a:lnTo>
                <a:lnTo>
                  <a:pt x="10702517" y="179384"/>
                </a:lnTo>
                <a:lnTo>
                  <a:pt x="10727234" y="217007"/>
                </a:lnTo>
                <a:lnTo>
                  <a:pt x="10748057" y="257188"/>
                </a:lnTo>
                <a:lnTo>
                  <a:pt x="10764718" y="299660"/>
                </a:lnTo>
                <a:lnTo>
                  <a:pt x="10776949" y="344156"/>
                </a:lnTo>
                <a:lnTo>
                  <a:pt x="10784484" y="390408"/>
                </a:lnTo>
                <a:lnTo>
                  <a:pt x="10785155" y="402871"/>
                </a:lnTo>
                <a:lnTo>
                  <a:pt x="10785155" y="631598"/>
                </a:lnTo>
                <a:lnTo>
                  <a:pt x="10776949" y="690313"/>
                </a:lnTo>
                <a:lnTo>
                  <a:pt x="10764718" y="734809"/>
                </a:lnTo>
                <a:lnTo>
                  <a:pt x="10748057" y="777281"/>
                </a:lnTo>
                <a:lnTo>
                  <a:pt x="10727234" y="817462"/>
                </a:lnTo>
                <a:lnTo>
                  <a:pt x="10702517" y="855085"/>
                </a:lnTo>
                <a:lnTo>
                  <a:pt x="10674172" y="889883"/>
                </a:lnTo>
                <a:lnTo>
                  <a:pt x="10642467" y="921587"/>
                </a:lnTo>
                <a:lnTo>
                  <a:pt x="10607670" y="949932"/>
                </a:lnTo>
                <a:lnTo>
                  <a:pt x="10570047" y="974649"/>
                </a:lnTo>
                <a:lnTo>
                  <a:pt x="10529865" y="995472"/>
                </a:lnTo>
                <a:lnTo>
                  <a:pt x="10487393" y="1012132"/>
                </a:lnTo>
                <a:lnTo>
                  <a:pt x="10442897" y="1024364"/>
                </a:lnTo>
                <a:lnTo>
                  <a:pt x="10396645" y="1031898"/>
                </a:lnTo>
                <a:lnTo>
                  <a:pt x="10348904" y="103446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347338" y="4586698"/>
            <a:ext cx="185928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b="1">
                <a:solidFill>
                  <a:srgbClr val="FFFFFF"/>
                </a:solidFill>
                <a:latin typeface="Tahoma"/>
                <a:cs typeface="Tahoma"/>
              </a:rPr>
              <a:t>SPRINT</a:t>
            </a:r>
            <a:r>
              <a:rPr dirty="0" sz="2600" spc="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14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2600" spc="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5" b="1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6000" y="1004951"/>
            <a:ext cx="9118600" cy="802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40"/>
              <a:t>P</a:t>
            </a:r>
            <a:r>
              <a:rPr dirty="0" spc="-355"/>
              <a:t>LAN</a:t>
            </a:r>
            <a:r>
              <a:rPr dirty="0" spc="-565"/>
              <a:t>I</a:t>
            </a:r>
            <a:r>
              <a:rPr dirty="0" spc="-335"/>
              <a:t>F</a:t>
            </a:r>
            <a:r>
              <a:rPr dirty="0" spc="-565"/>
              <a:t>I</a:t>
            </a:r>
            <a:r>
              <a:rPr dirty="0" spc="-320"/>
              <a:t>C</a:t>
            </a:r>
            <a:r>
              <a:rPr dirty="0" spc="-355"/>
              <a:t>A</a:t>
            </a:r>
            <a:r>
              <a:rPr dirty="0" spc="-325"/>
              <a:t>T</a:t>
            </a:r>
            <a:r>
              <a:rPr dirty="0" spc="-565"/>
              <a:t>I</a:t>
            </a:r>
            <a:r>
              <a:rPr dirty="0" spc="-355"/>
              <a:t>O</a:t>
            </a:r>
            <a:r>
              <a:rPr dirty="0" spc="-30"/>
              <a:t>N</a:t>
            </a:r>
            <a:r>
              <a:rPr dirty="0" spc="-580"/>
              <a:t> </a:t>
            </a:r>
            <a:r>
              <a:rPr dirty="0" spc="50"/>
              <a:t>DES</a:t>
            </a:r>
            <a:r>
              <a:rPr dirty="0" spc="-590"/>
              <a:t> </a:t>
            </a:r>
            <a:r>
              <a:rPr dirty="0" spc="-85"/>
              <a:t>S</a:t>
            </a:r>
            <a:r>
              <a:rPr dirty="0" spc="-110"/>
              <a:t>P</a:t>
            </a:r>
            <a:r>
              <a:rPr dirty="0" spc="-125"/>
              <a:t>R</a:t>
            </a:r>
            <a:r>
              <a:rPr dirty="0" spc="-335"/>
              <a:t>I</a:t>
            </a:r>
            <a:r>
              <a:rPr dirty="0" spc="-125"/>
              <a:t>N</a:t>
            </a:r>
            <a:r>
              <a:rPr dirty="0" spc="-95"/>
              <a:t>T</a:t>
            </a:r>
            <a:r>
              <a:rPr dirty="0" spc="200"/>
              <a:t>S</a:t>
            </a:r>
          </a:p>
        </p:txBody>
      </p:sp>
      <p:sp>
        <p:nvSpPr>
          <p:cNvPr id="11" name="object 11" descr=""/>
          <p:cNvSpPr/>
          <p:nvPr/>
        </p:nvSpPr>
        <p:spPr>
          <a:xfrm>
            <a:off x="1797901" y="3098017"/>
            <a:ext cx="10785475" cy="1035050"/>
          </a:xfrm>
          <a:custGeom>
            <a:avLst/>
            <a:gdLst/>
            <a:ahLst/>
            <a:cxnLst/>
            <a:rect l="l" t="t" r="r" b="b"/>
            <a:pathLst>
              <a:path w="10785475" h="1035050">
                <a:moveTo>
                  <a:pt x="10348904" y="1034469"/>
                </a:moveTo>
                <a:lnTo>
                  <a:pt x="438150" y="1034469"/>
                </a:lnTo>
                <a:lnTo>
                  <a:pt x="390408" y="1031898"/>
                </a:lnTo>
                <a:lnTo>
                  <a:pt x="344156" y="1024364"/>
                </a:lnTo>
                <a:lnTo>
                  <a:pt x="299660" y="1012132"/>
                </a:lnTo>
                <a:lnTo>
                  <a:pt x="257188" y="995472"/>
                </a:lnTo>
                <a:lnTo>
                  <a:pt x="217007" y="974649"/>
                </a:lnTo>
                <a:lnTo>
                  <a:pt x="179384" y="949932"/>
                </a:lnTo>
                <a:lnTo>
                  <a:pt x="144586" y="921587"/>
                </a:lnTo>
                <a:lnTo>
                  <a:pt x="112882" y="889883"/>
                </a:lnTo>
                <a:lnTo>
                  <a:pt x="84537" y="855085"/>
                </a:lnTo>
                <a:lnTo>
                  <a:pt x="59820" y="817462"/>
                </a:lnTo>
                <a:lnTo>
                  <a:pt x="38997" y="777281"/>
                </a:lnTo>
                <a:lnTo>
                  <a:pt x="22337" y="734809"/>
                </a:lnTo>
                <a:lnTo>
                  <a:pt x="10105" y="690313"/>
                </a:lnTo>
                <a:lnTo>
                  <a:pt x="2571" y="644061"/>
                </a:lnTo>
                <a:lnTo>
                  <a:pt x="0" y="596319"/>
                </a:lnTo>
                <a:lnTo>
                  <a:pt x="0" y="438149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50" y="0"/>
                </a:lnTo>
                <a:lnTo>
                  <a:pt x="10348904" y="0"/>
                </a:lnTo>
                <a:lnTo>
                  <a:pt x="10396645" y="2571"/>
                </a:lnTo>
                <a:lnTo>
                  <a:pt x="10442897" y="10105"/>
                </a:lnTo>
                <a:lnTo>
                  <a:pt x="10487393" y="22337"/>
                </a:lnTo>
                <a:lnTo>
                  <a:pt x="10529865" y="38997"/>
                </a:lnTo>
                <a:lnTo>
                  <a:pt x="10570047" y="59820"/>
                </a:lnTo>
                <a:lnTo>
                  <a:pt x="10607670" y="84537"/>
                </a:lnTo>
                <a:lnTo>
                  <a:pt x="10642467" y="112882"/>
                </a:lnTo>
                <a:lnTo>
                  <a:pt x="10674172" y="144586"/>
                </a:lnTo>
                <a:lnTo>
                  <a:pt x="10702517" y="179384"/>
                </a:lnTo>
                <a:lnTo>
                  <a:pt x="10727234" y="217007"/>
                </a:lnTo>
                <a:lnTo>
                  <a:pt x="10748057" y="257188"/>
                </a:lnTo>
                <a:lnTo>
                  <a:pt x="10764718" y="299660"/>
                </a:lnTo>
                <a:lnTo>
                  <a:pt x="10776949" y="344156"/>
                </a:lnTo>
                <a:lnTo>
                  <a:pt x="10784484" y="390408"/>
                </a:lnTo>
                <a:lnTo>
                  <a:pt x="10785155" y="402871"/>
                </a:lnTo>
                <a:lnTo>
                  <a:pt x="10785155" y="631598"/>
                </a:lnTo>
                <a:lnTo>
                  <a:pt x="10776949" y="690313"/>
                </a:lnTo>
                <a:lnTo>
                  <a:pt x="10764718" y="734809"/>
                </a:lnTo>
                <a:lnTo>
                  <a:pt x="10748057" y="777281"/>
                </a:lnTo>
                <a:lnTo>
                  <a:pt x="10727234" y="817462"/>
                </a:lnTo>
                <a:lnTo>
                  <a:pt x="10702517" y="855085"/>
                </a:lnTo>
                <a:lnTo>
                  <a:pt x="10674172" y="889883"/>
                </a:lnTo>
                <a:lnTo>
                  <a:pt x="10642467" y="921587"/>
                </a:lnTo>
                <a:lnTo>
                  <a:pt x="10607670" y="949932"/>
                </a:lnTo>
                <a:lnTo>
                  <a:pt x="10570047" y="974649"/>
                </a:lnTo>
                <a:lnTo>
                  <a:pt x="10529865" y="995472"/>
                </a:lnTo>
                <a:lnTo>
                  <a:pt x="10487393" y="1012132"/>
                </a:lnTo>
                <a:lnTo>
                  <a:pt x="10442897" y="1024364"/>
                </a:lnTo>
                <a:lnTo>
                  <a:pt x="10396645" y="1031898"/>
                </a:lnTo>
                <a:lnTo>
                  <a:pt x="10348904" y="103446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347338" y="3398920"/>
            <a:ext cx="1761489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b="1">
                <a:solidFill>
                  <a:srgbClr val="FFFFFF"/>
                </a:solidFill>
                <a:latin typeface="Tahoma"/>
                <a:cs typeface="Tahoma"/>
              </a:rPr>
              <a:t>SPRINT</a:t>
            </a:r>
            <a:r>
              <a:rPr dirty="0" sz="2600" spc="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66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2600" spc="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0" b="1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797901" y="6674684"/>
            <a:ext cx="10785475" cy="1035050"/>
          </a:xfrm>
          <a:custGeom>
            <a:avLst/>
            <a:gdLst/>
            <a:ahLst/>
            <a:cxnLst/>
            <a:rect l="l" t="t" r="r" b="b"/>
            <a:pathLst>
              <a:path w="10785475" h="1035050">
                <a:moveTo>
                  <a:pt x="10348904" y="1034469"/>
                </a:moveTo>
                <a:lnTo>
                  <a:pt x="438150" y="1034469"/>
                </a:lnTo>
                <a:lnTo>
                  <a:pt x="390408" y="1031899"/>
                </a:lnTo>
                <a:lnTo>
                  <a:pt x="344156" y="1024364"/>
                </a:lnTo>
                <a:lnTo>
                  <a:pt x="299660" y="1012133"/>
                </a:lnTo>
                <a:lnTo>
                  <a:pt x="257188" y="995472"/>
                </a:lnTo>
                <a:lnTo>
                  <a:pt x="217007" y="974649"/>
                </a:lnTo>
                <a:lnTo>
                  <a:pt x="179384" y="949932"/>
                </a:lnTo>
                <a:lnTo>
                  <a:pt x="144586" y="921588"/>
                </a:lnTo>
                <a:lnTo>
                  <a:pt x="112882" y="889883"/>
                </a:lnTo>
                <a:lnTo>
                  <a:pt x="84537" y="855085"/>
                </a:lnTo>
                <a:lnTo>
                  <a:pt x="59820" y="817462"/>
                </a:lnTo>
                <a:lnTo>
                  <a:pt x="38997" y="777281"/>
                </a:lnTo>
                <a:lnTo>
                  <a:pt x="22337" y="734809"/>
                </a:lnTo>
                <a:lnTo>
                  <a:pt x="10105" y="690313"/>
                </a:lnTo>
                <a:lnTo>
                  <a:pt x="2571" y="644061"/>
                </a:lnTo>
                <a:lnTo>
                  <a:pt x="0" y="596320"/>
                </a:lnTo>
                <a:lnTo>
                  <a:pt x="0" y="438150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7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50" y="0"/>
                </a:lnTo>
                <a:lnTo>
                  <a:pt x="10348904" y="0"/>
                </a:lnTo>
                <a:lnTo>
                  <a:pt x="10396645" y="2571"/>
                </a:lnTo>
                <a:lnTo>
                  <a:pt x="10442897" y="10105"/>
                </a:lnTo>
                <a:lnTo>
                  <a:pt x="10487393" y="22337"/>
                </a:lnTo>
                <a:lnTo>
                  <a:pt x="10529865" y="38997"/>
                </a:lnTo>
                <a:lnTo>
                  <a:pt x="10570047" y="59820"/>
                </a:lnTo>
                <a:lnTo>
                  <a:pt x="10607670" y="84537"/>
                </a:lnTo>
                <a:lnTo>
                  <a:pt x="10642467" y="112882"/>
                </a:lnTo>
                <a:lnTo>
                  <a:pt x="10674172" y="144587"/>
                </a:lnTo>
                <a:lnTo>
                  <a:pt x="10702517" y="179384"/>
                </a:lnTo>
                <a:lnTo>
                  <a:pt x="10727234" y="217007"/>
                </a:lnTo>
                <a:lnTo>
                  <a:pt x="10748057" y="257188"/>
                </a:lnTo>
                <a:lnTo>
                  <a:pt x="10764718" y="299660"/>
                </a:lnTo>
                <a:lnTo>
                  <a:pt x="10776949" y="344156"/>
                </a:lnTo>
                <a:lnTo>
                  <a:pt x="10784484" y="390408"/>
                </a:lnTo>
                <a:lnTo>
                  <a:pt x="10785155" y="402871"/>
                </a:lnTo>
                <a:lnTo>
                  <a:pt x="10785155" y="631598"/>
                </a:lnTo>
                <a:lnTo>
                  <a:pt x="10776949" y="690313"/>
                </a:lnTo>
                <a:lnTo>
                  <a:pt x="10764718" y="734809"/>
                </a:lnTo>
                <a:lnTo>
                  <a:pt x="10748057" y="777281"/>
                </a:lnTo>
                <a:lnTo>
                  <a:pt x="10727234" y="817462"/>
                </a:lnTo>
                <a:lnTo>
                  <a:pt x="10702517" y="855085"/>
                </a:lnTo>
                <a:lnTo>
                  <a:pt x="10674172" y="889883"/>
                </a:lnTo>
                <a:lnTo>
                  <a:pt x="10642467" y="921588"/>
                </a:lnTo>
                <a:lnTo>
                  <a:pt x="10607670" y="949932"/>
                </a:lnTo>
                <a:lnTo>
                  <a:pt x="10570047" y="974649"/>
                </a:lnTo>
                <a:lnTo>
                  <a:pt x="10529865" y="995472"/>
                </a:lnTo>
                <a:lnTo>
                  <a:pt x="10487393" y="1012133"/>
                </a:lnTo>
                <a:lnTo>
                  <a:pt x="10442897" y="1024364"/>
                </a:lnTo>
                <a:lnTo>
                  <a:pt x="10396645" y="1031899"/>
                </a:lnTo>
                <a:lnTo>
                  <a:pt x="10348904" y="103446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347338" y="6975588"/>
            <a:ext cx="1863089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b="1">
                <a:solidFill>
                  <a:srgbClr val="FFFFFF"/>
                </a:solidFill>
                <a:latin typeface="Tahoma"/>
                <a:cs typeface="Tahoma"/>
              </a:rPr>
              <a:t>SPRINT</a:t>
            </a:r>
            <a:r>
              <a:rPr dirty="0" sz="2600" spc="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2600" spc="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95" b="1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797901" y="5471872"/>
            <a:ext cx="10785475" cy="1035050"/>
          </a:xfrm>
          <a:custGeom>
            <a:avLst/>
            <a:gdLst/>
            <a:ahLst/>
            <a:cxnLst/>
            <a:rect l="l" t="t" r="r" b="b"/>
            <a:pathLst>
              <a:path w="10785475" h="1035050">
                <a:moveTo>
                  <a:pt x="10348904" y="1034469"/>
                </a:moveTo>
                <a:lnTo>
                  <a:pt x="438150" y="1034469"/>
                </a:lnTo>
                <a:lnTo>
                  <a:pt x="390408" y="1031899"/>
                </a:lnTo>
                <a:lnTo>
                  <a:pt x="344156" y="1024364"/>
                </a:lnTo>
                <a:lnTo>
                  <a:pt x="299660" y="1012133"/>
                </a:lnTo>
                <a:lnTo>
                  <a:pt x="257188" y="995472"/>
                </a:lnTo>
                <a:lnTo>
                  <a:pt x="217007" y="974649"/>
                </a:lnTo>
                <a:lnTo>
                  <a:pt x="179384" y="949932"/>
                </a:lnTo>
                <a:lnTo>
                  <a:pt x="144586" y="921587"/>
                </a:lnTo>
                <a:lnTo>
                  <a:pt x="112882" y="889883"/>
                </a:lnTo>
                <a:lnTo>
                  <a:pt x="84537" y="855085"/>
                </a:lnTo>
                <a:lnTo>
                  <a:pt x="59820" y="817462"/>
                </a:lnTo>
                <a:lnTo>
                  <a:pt x="38997" y="777281"/>
                </a:lnTo>
                <a:lnTo>
                  <a:pt x="22337" y="734809"/>
                </a:lnTo>
                <a:lnTo>
                  <a:pt x="10105" y="690313"/>
                </a:lnTo>
                <a:lnTo>
                  <a:pt x="2571" y="644061"/>
                </a:lnTo>
                <a:lnTo>
                  <a:pt x="0" y="596320"/>
                </a:lnTo>
                <a:lnTo>
                  <a:pt x="0" y="438150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50" y="0"/>
                </a:lnTo>
                <a:lnTo>
                  <a:pt x="10348904" y="0"/>
                </a:lnTo>
                <a:lnTo>
                  <a:pt x="10396645" y="2571"/>
                </a:lnTo>
                <a:lnTo>
                  <a:pt x="10442897" y="10105"/>
                </a:lnTo>
                <a:lnTo>
                  <a:pt x="10487393" y="22337"/>
                </a:lnTo>
                <a:lnTo>
                  <a:pt x="10529865" y="38997"/>
                </a:lnTo>
                <a:lnTo>
                  <a:pt x="10570047" y="59820"/>
                </a:lnTo>
                <a:lnTo>
                  <a:pt x="10607670" y="84537"/>
                </a:lnTo>
                <a:lnTo>
                  <a:pt x="10642467" y="112882"/>
                </a:lnTo>
                <a:lnTo>
                  <a:pt x="10674172" y="144586"/>
                </a:lnTo>
                <a:lnTo>
                  <a:pt x="10702517" y="179384"/>
                </a:lnTo>
                <a:lnTo>
                  <a:pt x="10727234" y="217007"/>
                </a:lnTo>
                <a:lnTo>
                  <a:pt x="10748057" y="257188"/>
                </a:lnTo>
                <a:lnTo>
                  <a:pt x="10764718" y="299660"/>
                </a:lnTo>
                <a:lnTo>
                  <a:pt x="10776949" y="344156"/>
                </a:lnTo>
                <a:lnTo>
                  <a:pt x="10784484" y="390408"/>
                </a:lnTo>
                <a:lnTo>
                  <a:pt x="10785155" y="402871"/>
                </a:lnTo>
                <a:lnTo>
                  <a:pt x="10785155" y="631598"/>
                </a:lnTo>
                <a:lnTo>
                  <a:pt x="10776949" y="690313"/>
                </a:lnTo>
                <a:lnTo>
                  <a:pt x="10764718" y="734809"/>
                </a:lnTo>
                <a:lnTo>
                  <a:pt x="10748057" y="777281"/>
                </a:lnTo>
                <a:lnTo>
                  <a:pt x="10727234" y="817462"/>
                </a:lnTo>
                <a:lnTo>
                  <a:pt x="10702517" y="855085"/>
                </a:lnTo>
                <a:lnTo>
                  <a:pt x="10674172" y="889883"/>
                </a:lnTo>
                <a:lnTo>
                  <a:pt x="10642467" y="921587"/>
                </a:lnTo>
                <a:lnTo>
                  <a:pt x="10607670" y="949932"/>
                </a:lnTo>
                <a:lnTo>
                  <a:pt x="10570047" y="974649"/>
                </a:lnTo>
                <a:lnTo>
                  <a:pt x="10529865" y="995472"/>
                </a:lnTo>
                <a:lnTo>
                  <a:pt x="10487393" y="1012133"/>
                </a:lnTo>
                <a:lnTo>
                  <a:pt x="10442897" y="1024364"/>
                </a:lnTo>
                <a:lnTo>
                  <a:pt x="10396645" y="1031899"/>
                </a:lnTo>
                <a:lnTo>
                  <a:pt x="10348904" y="103446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347338" y="5772776"/>
            <a:ext cx="186690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b="1">
                <a:solidFill>
                  <a:srgbClr val="FFFFFF"/>
                </a:solidFill>
                <a:latin typeface="Tahoma"/>
                <a:cs typeface="Tahoma"/>
              </a:rPr>
              <a:t>SPRINT</a:t>
            </a:r>
            <a:r>
              <a:rPr dirty="0" sz="2600" spc="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6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2600" spc="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95" b="1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56474" y="3398920"/>
            <a:ext cx="763143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75" b="1">
                <a:solidFill>
                  <a:srgbClr val="FFFFFF"/>
                </a:solidFill>
                <a:latin typeface="Tahoma"/>
                <a:cs typeface="Tahoma"/>
              </a:rPr>
              <a:t>Authentification</a:t>
            </a:r>
            <a:r>
              <a:rPr dirty="0" sz="26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45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26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85" b="1">
                <a:solidFill>
                  <a:srgbClr val="FFFFFF"/>
                </a:solidFill>
                <a:latin typeface="Tahoma"/>
                <a:cs typeface="Tahoma"/>
              </a:rPr>
              <a:t>Gestion</a:t>
            </a:r>
            <a:r>
              <a:rPr dirty="0" sz="2600" spc="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10" b="1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dirty="0" sz="26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60" b="1">
                <a:solidFill>
                  <a:srgbClr val="FFFFFF"/>
                </a:solidFill>
                <a:latin typeface="Tahoma"/>
                <a:cs typeface="Tahoma"/>
              </a:rPr>
              <a:t>utilisateurs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56474" y="4586698"/>
            <a:ext cx="622935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85" b="1">
                <a:solidFill>
                  <a:srgbClr val="FFFFFF"/>
                </a:solidFill>
                <a:latin typeface="Tahoma"/>
                <a:cs typeface="Tahoma"/>
              </a:rPr>
              <a:t>Gestion</a:t>
            </a:r>
            <a:r>
              <a:rPr dirty="0" sz="2600" spc="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10" b="1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dirty="0" sz="2600" spc="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ahoma"/>
                <a:cs typeface="Tahoma"/>
              </a:rPr>
              <a:t>Incidents</a:t>
            </a:r>
            <a:r>
              <a:rPr dirty="0" sz="2600" spc="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45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2600" spc="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55" b="1">
                <a:solidFill>
                  <a:srgbClr val="FFFFFF"/>
                </a:solidFill>
                <a:latin typeface="Tahoma"/>
                <a:cs typeface="Tahoma"/>
              </a:rPr>
              <a:t>Problèmes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756474" y="5772776"/>
            <a:ext cx="464439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85" b="1">
                <a:solidFill>
                  <a:srgbClr val="FFFFFF"/>
                </a:solidFill>
                <a:latin typeface="Tahoma"/>
                <a:cs typeface="Tahoma"/>
              </a:rPr>
              <a:t>Gestion</a:t>
            </a:r>
            <a:r>
              <a:rPr dirty="0" sz="260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95" b="1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dirty="0" sz="260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70" b="1">
                <a:solidFill>
                  <a:srgbClr val="FFFFFF"/>
                </a:solidFill>
                <a:latin typeface="Tahoma"/>
                <a:cs typeface="Tahoma"/>
              </a:rPr>
              <a:t>Changements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56474" y="6958449"/>
            <a:ext cx="5395595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85" b="1">
                <a:solidFill>
                  <a:srgbClr val="FFFFFF"/>
                </a:solidFill>
                <a:latin typeface="Tahoma"/>
                <a:cs typeface="Tahoma"/>
              </a:rPr>
              <a:t>Gestion</a:t>
            </a:r>
            <a:r>
              <a:rPr dirty="0" sz="260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95" b="1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dirty="0" sz="260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0" b="1">
                <a:solidFill>
                  <a:srgbClr val="FFFFFF"/>
                </a:solidFill>
                <a:latin typeface="Tahoma"/>
                <a:cs typeface="Tahoma"/>
              </a:rPr>
              <a:t>Statistiques</a:t>
            </a:r>
            <a:r>
              <a:rPr dirty="0" sz="26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70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260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45" b="1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3811" y="5143500"/>
            <a:ext cx="3762374" cy="41147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6766706" y="8954862"/>
            <a:ext cx="55689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440" b="1">
                <a:solidFill>
                  <a:srgbClr val="4F86EC"/>
                </a:solidFill>
                <a:latin typeface="Tahoma"/>
                <a:cs typeface="Tahoma"/>
              </a:rPr>
              <a:t>12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79059" y="5626740"/>
            <a:ext cx="134937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8205" algn="l"/>
              </a:tabLst>
            </a:pPr>
            <a:r>
              <a:rPr dirty="0" sz="7200" spc="500" b="1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r>
              <a:rPr dirty="0" sz="72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7200" spc="229" b="1">
                <a:solidFill>
                  <a:srgbClr val="FFFFFF"/>
                </a:solidFill>
                <a:latin typeface="Tahoma"/>
                <a:cs typeface="Tahoma"/>
              </a:rPr>
              <a:t>ANALYSE</a:t>
            </a:r>
            <a:r>
              <a:rPr dirty="0" sz="7200" spc="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200" spc="395" b="1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dirty="0" sz="7200" spc="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200" spc="114" b="1">
                <a:solidFill>
                  <a:srgbClr val="FFFFFF"/>
                </a:solidFill>
                <a:latin typeface="Tahoma"/>
                <a:cs typeface="Tahoma"/>
              </a:rPr>
              <a:t>BESOINS</a:t>
            </a:r>
            <a:endParaRPr sz="72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01787" y="696265"/>
            <a:ext cx="4514849" cy="44481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2300363" y="8727007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79" y="0"/>
                </a:moveTo>
                <a:lnTo>
                  <a:pt x="0" y="771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284600" y="8917128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63" y="0"/>
                </a:moveTo>
                <a:lnTo>
                  <a:pt x="0" y="114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2277463" y="9121476"/>
            <a:ext cx="161290" cy="1165860"/>
          </a:xfrm>
          <a:custGeom>
            <a:avLst/>
            <a:gdLst/>
            <a:ahLst/>
            <a:cxnLst/>
            <a:rect l="l" t="t" r="r" b="b"/>
            <a:pathLst>
              <a:path w="161290" h="1165859">
                <a:moveTo>
                  <a:pt x="208" y="0"/>
                </a:moveTo>
                <a:lnTo>
                  <a:pt x="0" y="36661"/>
                </a:lnTo>
                <a:lnTo>
                  <a:pt x="8" y="38100"/>
                </a:lnTo>
                <a:lnTo>
                  <a:pt x="258" y="85146"/>
                </a:lnTo>
                <a:lnTo>
                  <a:pt x="326" y="88899"/>
                </a:lnTo>
                <a:lnTo>
                  <a:pt x="1037" y="133495"/>
                </a:lnTo>
                <a:lnTo>
                  <a:pt x="1234" y="139697"/>
                </a:lnTo>
                <a:lnTo>
                  <a:pt x="2563" y="181700"/>
                </a:lnTo>
                <a:lnTo>
                  <a:pt x="4554" y="229763"/>
                </a:lnTo>
                <a:lnTo>
                  <a:pt x="6992" y="277686"/>
                </a:lnTo>
                <a:lnTo>
                  <a:pt x="10218" y="325444"/>
                </a:lnTo>
                <a:lnTo>
                  <a:pt x="13885" y="373056"/>
                </a:lnTo>
                <a:lnTo>
                  <a:pt x="18104" y="420511"/>
                </a:lnTo>
                <a:lnTo>
                  <a:pt x="22872" y="467806"/>
                </a:lnTo>
                <a:lnTo>
                  <a:pt x="28185" y="514939"/>
                </a:lnTo>
                <a:lnTo>
                  <a:pt x="34041" y="561905"/>
                </a:lnTo>
                <a:lnTo>
                  <a:pt x="40436" y="608701"/>
                </a:lnTo>
                <a:lnTo>
                  <a:pt x="47367" y="655324"/>
                </a:lnTo>
                <a:lnTo>
                  <a:pt x="54831" y="701772"/>
                </a:lnTo>
                <a:lnTo>
                  <a:pt x="62825" y="748040"/>
                </a:lnTo>
                <a:lnTo>
                  <a:pt x="71344" y="794126"/>
                </a:lnTo>
                <a:lnTo>
                  <a:pt x="80387" y="840026"/>
                </a:lnTo>
                <a:lnTo>
                  <a:pt x="89950" y="885738"/>
                </a:lnTo>
                <a:lnTo>
                  <a:pt x="100030" y="931257"/>
                </a:lnTo>
                <a:lnTo>
                  <a:pt x="110623" y="976581"/>
                </a:lnTo>
                <a:lnTo>
                  <a:pt x="121727" y="1021707"/>
                </a:lnTo>
                <a:lnTo>
                  <a:pt x="133290" y="1066645"/>
                </a:lnTo>
                <a:lnTo>
                  <a:pt x="133333" y="1066801"/>
                </a:lnTo>
                <a:lnTo>
                  <a:pt x="145452" y="1111350"/>
                </a:lnTo>
                <a:lnTo>
                  <a:pt x="158067" y="1155861"/>
                </a:lnTo>
                <a:lnTo>
                  <a:pt x="160927" y="1165523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3575998" y="2577306"/>
            <a:ext cx="4016375" cy="5285105"/>
            <a:chOff x="3575998" y="2577306"/>
            <a:chExt cx="4016375" cy="5285105"/>
          </a:xfrm>
        </p:grpSpPr>
        <p:sp>
          <p:nvSpPr>
            <p:cNvPr id="15" name="object 15" descr=""/>
            <p:cNvSpPr/>
            <p:nvPr/>
          </p:nvSpPr>
          <p:spPr>
            <a:xfrm>
              <a:off x="3595048" y="2596357"/>
              <a:ext cx="3978275" cy="5247005"/>
            </a:xfrm>
            <a:custGeom>
              <a:avLst/>
              <a:gdLst/>
              <a:ahLst/>
              <a:cxnLst/>
              <a:rect l="l" t="t" r="r" b="b"/>
              <a:pathLst>
                <a:path w="3978275" h="5247005">
                  <a:moveTo>
                    <a:pt x="3539588" y="5246684"/>
                  </a:moveTo>
                  <a:lnTo>
                    <a:pt x="438149" y="5246684"/>
                  </a:lnTo>
                  <a:lnTo>
                    <a:pt x="388710" y="5243887"/>
                  </a:lnTo>
                  <a:lnTo>
                    <a:pt x="340283" y="5235615"/>
                  </a:lnTo>
                  <a:lnTo>
                    <a:pt x="293296" y="5222047"/>
                  </a:lnTo>
                  <a:lnTo>
                    <a:pt x="248178" y="5203359"/>
                  </a:lnTo>
                  <a:lnTo>
                    <a:pt x="205359" y="5179728"/>
                  </a:lnTo>
                  <a:lnTo>
                    <a:pt x="165267" y="5151334"/>
                  </a:lnTo>
                  <a:lnTo>
                    <a:pt x="128331" y="5118353"/>
                  </a:lnTo>
                  <a:lnTo>
                    <a:pt x="95349" y="5081416"/>
                  </a:lnTo>
                  <a:lnTo>
                    <a:pt x="66955" y="5041324"/>
                  </a:lnTo>
                  <a:lnTo>
                    <a:pt x="43325" y="4998505"/>
                  </a:lnTo>
                  <a:lnTo>
                    <a:pt x="24636" y="4953387"/>
                  </a:lnTo>
                  <a:lnTo>
                    <a:pt x="11068" y="4906400"/>
                  </a:lnTo>
                  <a:lnTo>
                    <a:pt x="2796" y="4857973"/>
                  </a:lnTo>
                  <a:lnTo>
                    <a:pt x="0" y="4808534"/>
                  </a:lnTo>
                  <a:lnTo>
                    <a:pt x="0" y="438149"/>
                  </a:lnTo>
                  <a:lnTo>
                    <a:pt x="2796" y="388710"/>
                  </a:lnTo>
                  <a:lnTo>
                    <a:pt x="11068" y="340283"/>
                  </a:lnTo>
                  <a:lnTo>
                    <a:pt x="24636" y="293296"/>
                  </a:lnTo>
                  <a:lnTo>
                    <a:pt x="43325" y="248178"/>
                  </a:lnTo>
                  <a:lnTo>
                    <a:pt x="66955" y="205359"/>
                  </a:lnTo>
                  <a:lnTo>
                    <a:pt x="95349" y="165267"/>
                  </a:lnTo>
                  <a:lnTo>
                    <a:pt x="128331" y="128331"/>
                  </a:lnTo>
                  <a:lnTo>
                    <a:pt x="165267" y="95349"/>
                  </a:lnTo>
                  <a:lnTo>
                    <a:pt x="205359" y="66955"/>
                  </a:lnTo>
                  <a:lnTo>
                    <a:pt x="248178" y="43325"/>
                  </a:lnTo>
                  <a:lnTo>
                    <a:pt x="293296" y="24636"/>
                  </a:lnTo>
                  <a:lnTo>
                    <a:pt x="340283" y="11068"/>
                  </a:lnTo>
                  <a:lnTo>
                    <a:pt x="388710" y="2796"/>
                  </a:lnTo>
                  <a:lnTo>
                    <a:pt x="438149" y="0"/>
                  </a:lnTo>
                  <a:lnTo>
                    <a:pt x="3539588" y="0"/>
                  </a:lnTo>
                  <a:lnTo>
                    <a:pt x="3589027" y="2796"/>
                  </a:lnTo>
                  <a:lnTo>
                    <a:pt x="3637454" y="11068"/>
                  </a:lnTo>
                  <a:lnTo>
                    <a:pt x="3684441" y="24636"/>
                  </a:lnTo>
                  <a:lnTo>
                    <a:pt x="3729559" y="43325"/>
                  </a:lnTo>
                  <a:lnTo>
                    <a:pt x="3772378" y="66955"/>
                  </a:lnTo>
                  <a:lnTo>
                    <a:pt x="3812471" y="95349"/>
                  </a:lnTo>
                  <a:lnTo>
                    <a:pt x="3849407" y="128331"/>
                  </a:lnTo>
                  <a:lnTo>
                    <a:pt x="3882388" y="165267"/>
                  </a:lnTo>
                  <a:lnTo>
                    <a:pt x="3910783" y="205359"/>
                  </a:lnTo>
                  <a:lnTo>
                    <a:pt x="3934413" y="248178"/>
                  </a:lnTo>
                  <a:lnTo>
                    <a:pt x="3953101" y="293296"/>
                  </a:lnTo>
                  <a:lnTo>
                    <a:pt x="3966670" y="340283"/>
                  </a:lnTo>
                  <a:lnTo>
                    <a:pt x="3974941" y="388710"/>
                  </a:lnTo>
                  <a:lnTo>
                    <a:pt x="3977738" y="438149"/>
                  </a:lnTo>
                  <a:lnTo>
                    <a:pt x="3977738" y="4808534"/>
                  </a:lnTo>
                  <a:lnTo>
                    <a:pt x="3974941" y="4857973"/>
                  </a:lnTo>
                  <a:lnTo>
                    <a:pt x="3966670" y="4906400"/>
                  </a:lnTo>
                  <a:lnTo>
                    <a:pt x="3953101" y="4953387"/>
                  </a:lnTo>
                  <a:lnTo>
                    <a:pt x="3934413" y="4998505"/>
                  </a:lnTo>
                  <a:lnTo>
                    <a:pt x="3910783" y="5041324"/>
                  </a:lnTo>
                  <a:lnTo>
                    <a:pt x="3882388" y="5081416"/>
                  </a:lnTo>
                  <a:lnTo>
                    <a:pt x="3849407" y="5118353"/>
                  </a:lnTo>
                  <a:lnTo>
                    <a:pt x="3812471" y="5151334"/>
                  </a:lnTo>
                  <a:lnTo>
                    <a:pt x="3772378" y="5179728"/>
                  </a:lnTo>
                  <a:lnTo>
                    <a:pt x="3729559" y="5203359"/>
                  </a:lnTo>
                  <a:lnTo>
                    <a:pt x="3684441" y="5222047"/>
                  </a:lnTo>
                  <a:lnTo>
                    <a:pt x="3637454" y="5235615"/>
                  </a:lnTo>
                  <a:lnTo>
                    <a:pt x="3589027" y="5243887"/>
                  </a:lnTo>
                  <a:lnTo>
                    <a:pt x="3539588" y="524668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595048" y="2596356"/>
              <a:ext cx="3978275" cy="5247005"/>
            </a:xfrm>
            <a:custGeom>
              <a:avLst/>
              <a:gdLst/>
              <a:ahLst/>
              <a:cxnLst/>
              <a:rect l="l" t="t" r="r" b="b"/>
              <a:pathLst>
                <a:path w="3978275" h="5247005">
                  <a:moveTo>
                    <a:pt x="438159" y="0"/>
                  </a:moveTo>
                  <a:lnTo>
                    <a:pt x="3539570" y="0"/>
                  </a:lnTo>
                  <a:lnTo>
                    <a:pt x="3589009" y="2794"/>
                  </a:lnTo>
                  <a:lnTo>
                    <a:pt x="3637437" y="11063"/>
                  </a:lnTo>
                  <a:lnTo>
                    <a:pt x="3684425" y="24630"/>
                  </a:lnTo>
                  <a:lnTo>
                    <a:pt x="3729544" y="43317"/>
                  </a:lnTo>
                  <a:lnTo>
                    <a:pt x="3772365" y="66946"/>
                  </a:lnTo>
                  <a:lnTo>
                    <a:pt x="3812459" y="95339"/>
                  </a:lnTo>
                  <a:lnTo>
                    <a:pt x="3849397" y="128320"/>
                  </a:lnTo>
                  <a:lnTo>
                    <a:pt x="3882381" y="165256"/>
                  </a:lnTo>
                  <a:lnTo>
                    <a:pt x="3910777" y="205349"/>
                  </a:lnTo>
                  <a:lnTo>
                    <a:pt x="3934409" y="248169"/>
                  </a:lnTo>
                  <a:lnTo>
                    <a:pt x="3953099" y="293288"/>
                  </a:lnTo>
                  <a:lnTo>
                    <a:pt x="3966669" y="340277"/>
                  </a:lnTo>
                  <a:lnTo>
                    <a:pt x="3974941" y="388706"/>
                  </a:lnTo>
                  <a:lnTo>
                    <a:pt x="3977738" y="438146"/>
                  </a:lnTo>
                  <a:lnTo>
                    <a:pt x="3977740" y="4808493"/>
                  </a:lnTo>
                  <a:lnTo>
                    <a:pt x="3974948" y="4857935"/>
                  </a:lnTo>
                  <a:lnTo>
                    <a:pt x="3966680" y="4906367"/>
                  </a:lnTo>
                  <a:lnTo>
                    <a:pt x="3953113" y="4953358"/>
                  </a:lnTo>
                  <a:lnTo>
                    <a:pt x="3934427" y="4998481"/>
                  </a:lnTo>
                  <a:lnTo>
                    <a:pt x="3910797" y="5041305"/>
                  </a:lnTo>
                  <a:lnTo>
                    <a:pt x="3882401" y="5081403"/>
                  </a:lnTo>
                  <a:lnTo>
                    <a:pt x="3849418" y="5118344"/>
                  </a:lnTo>
                  <a:lnTo>
                    <a:pt x="3812478" y="5151329"/>
                  </a:lnTo>
                  <a:lnTo>
                    <a:pt x="3772382" y="5179727"/>
                  </a:lnTo>
                  <a:lnTo>
                    <a:pt x="3729558" y="5203359"/>
                  </a:lnTo>
                  <a:lnTo>
                    <a:pt x="3684436" y="5222049"/>
                  </a:lnTo>
                  <a:lnTo>
                    <a:pt x="3637444" y="5235618"/>
                  </a:lnTo>
                  <a:lnTo>
                    <a:pt x="3589011" y="5243888"/>
                  </a:lnTo>
                  <a:lnTo>
                    <a:pt x="3539570" y="5246684"/>
                  </a:lnTo>
                  <a:lnTo>
                    <a:pt x="438156" y="5246685"/>
                  </a:lnTo>
                  <a:lnTo>
                    <a:pt x="388712" y="5243888"/>
                  </a:lnTo>
                  <a:lnTo>
                    <a:pt x="340280" y="5235615"/>
                  </a:lnTo>
                  <a:lnTo>
                    <a:pt x="293289" y="5222044"/>
                  </a:lnTo>
                  <a:lnTo>
                    <a:pt x="248167" y="5203353"/>
                  </a:lnTo>
                  <a:lnTo>
                    <a:pt x="205345" y="5179719"/>
                  </a:lnTo>
                  <a:lnTo>
                    <a:pt x="165251" y="5151320"/>
                  </a:lnTo>
                  <a:lnTo>
                    <a:pt x="128313" y="5118334"/>
                  </a:lnTo>
                  <a:lnTo>
                    <a:pt x="95332" y="5081393"/>
                  </a:lnTo>
                  <a:lnTo>
                    <a:pt x="66939" y="5041296"/>
                  </a:lnTo>
                  <a:lnTo>
                    <a:pt x="43311" y="4998472"/>
                  </a:lnTo>
                  <a:lnTo>
                    <a:pt x="24626" y="4953351"/>
                  </a:lnTo>
                  <a:lnTo>
                    <a:pt x="11061" y="4906361"/>
                  </a:lnTo>
                  <a:lnTo>
                    <a:pt x="2794" y="4857931"/>
                  </a:lnTo>
                  <a:lnTo>
                    <a:pt x="0" y="4808492"/>
                  </a:lnTo>
                  <a:lnTo>
                    <a:pt x="0" y="438145"/>
                  </a:lnTo>
                  <a:lnTo>
                    <a:pt x="2797" y="388705"/>
                  </a:lnTo>
                  <a:lnTo>
                    <a:pt x="11069" y="340277"/>
                  </a:lnTo>
                  <a:lnTo>
                    <a:pt x="24639" y="293290"/>
                  </a:lnTo>
                  <a:lnTo>
                    <a:pt x="43329" y="248172"/>
                  </a:lnTo>
                  <a:lnTo>
                    <a:pt x="66960" y="205353"/>
                  </a:lnTo>
                  <a:lnTo>
                    <a:pt x="95356" y="165261"/>
                  </a:lnTo>
                  <a:lnTo>
                    <a:pt x="128338" y="128325"/>
                  </a:lnTo>
                  <a:lnTo>
                    <a:pt x="165275" y="95344"/>
                  </a:lnTo>
                  <a:lnTo>
                    <a:pt x="205368" y="66951"/>
                  </a:lnTo>
                  <a:lnTo>
                    <a:pt x="248188" y="43321"/>
                  </a:lnTo>
                  <a:lnTo>
                    <a:pt x="293306" y="24634"/>
                  </a:lnTo>
                  <a:lnTo>
                    <a:pt x="340293" y="11066"/>
                  </a:lnTo>
                  <a:lnTo>
                    <a:pt x="388720" y="2796"/>
                  </a:lnTo>
                  <a:lnTo>
                    <a:pt x="438159" y="0"/>
                  </a:lnTo>
                </a:path>
              </a:pathLst>
            </a:custGeom>
            <a:ln w="381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/>
          <p:nvPr/>
        </p:nvSpPr>
        <p:spPr>
          <a:xfrm>
            <a:off x="7690115" y="2596357"/>
            <a:ext cx="3978275" cy="5247005"/>
          </a:xfrm>
          <a:custGeom>
            <a:avLst/>
            <a:gdLst/>
            <a:ahLst/>
            <a:cxnLst/>
            <a:rect l="l" t="t" r="r" b="b"/>
            <a:pathLst>
              <a:path w="3978275" h="5247005">
                <a:moveTo>
                  <a:pt x="3539588" y="5246684"/>
                </a:moveTo>
                <a:lnTo>
                  <a:pt x="438149" y="5246684"/>
                </a:lnTo>
                <a:lnTo>
                  <a:pt x="388711" y="5243887"/>
                </a:lnTo>
                <a:lnTo>
                  <a:pt x="340283" y="5235615"/>
                </a:lnTo>
                <a:lnTo>
                  <a:pt x="293296" y="5222047"/>
                </a:lnTo>
                <a:lnTo>
                  <a:pt x="248179" y="5203359"/>
                </a:lnTo>
                <a:lnTo>
                  <a:pt x="205359" y="5179728"/>
                </a:lnTo>
                <a:lnTo>
                  <a:pt x="165267" y="5151334"/>
                </a:lnTo>
                <a:lnTo>
                  <a:pt x="128331" y="5118353"/>
                </a:lnTo>
                <a:lnTo>
                  <a:pt x="95350" y="5081416"/>
                </a:lnTo>
                <a:lnTo>
                  <a:pt x="66955" y="5041324"/>
                </a:lnTo>
                <a:lnTo>
                  <a:pt x="43325" y="4998505"/>
                </a:lnTo>
                <a:lnTo>
                  <a:pt x="24636" y="4953387"/>
                </a:lnTo>
                <a:lnTo>
                  <a:pt x="11068" y="4906400"/>
                </a:lnTo>
                <a:lnTo>
                  <a:pt x="2796" y="4857973"/>
                </a:lnTo>
                <a:lnTo>
                  <a:pt x="0" y="4808534"/>
                </a:lnTo>
                <a:lnTo>
                  <a:pt x="0" y="438149"/>
                </a:lnTo>
                <a:lnTo>
                  <a:pt x="2796" y="388710"/>
                </a:lnTo>
                <a:lnTo>
                  <a:pt x="11068" y="340283"/>
                </a:lnTo>
                <a:lnTo>
                  <a:pt x="24636" y="293296"/>
                </a:lnTo>
                <a:lnTo>
                  <a:pt x="43325" y="248178"/>
                </a:lnTo>
                <a:lnTo>
                  <a:pt x="66955" y="205359"/>
                </a:lnTo>
                <a:lnTo>
                  <a:pt x="95350" y="165267"/>
                </a:lnTo>
                <a:lnTo>
                  <a:pt x="128331" y="128331"/>
                </a:lnTo>
                <a:lnTo>
                  <a:pt x="165267" y="95349"/>
                </a:lnTo>
                <a:lnTo>
                  <a:pt x="205359" y="66955"/>
                </a:lnTo>
                <a:lnTo>
                  <a:pt x="248179" y="43325"/>
                </a:lnTo>
                <a:lnTo>
                  <a:pt x="293296" y="24636"/>
                </a:lnTo>
                <a:lnTo>
                  <a:pt x="340283" y="11068"/>
                </a:lnTo>
                <a:lnTo>
                  <a:pt x="388711" y="2796"/>
                </a:lnTo>
                <a:lnTo>
                  <a:pt x="438149" y="0"/>
                </a:lnTo>
                <a:lnTo>
                  <a:pt x="3539588" y="0"/>
                </a:lnTo>
                <a:lnTo>
                  <a:pt x="3589027" y="2796"/>
                </a:lnTo>
                <a:lnTo>
                  <a:pt x="3637454" y="11068"/>
                </a:lnTo>
                <a:lnTo>
                  <a:pt x="3684442" y="24636"/>
                </a:lnTo>
                <a:lnTo>
                  <a:pt x="3729559" y="43325"/>
                </a:lnTo>
                <a:lnTo>
                  <a:pt x="3772379" y="66955"/>
                </a:lnTo>
                <a:lnTo>
                  <a:pt x="3812471" y="95349"/>
                </a:lnTo>
                <a:lnTo>
                  <a:pt x="3849407" y="128331"/>
                </a:lnTo>
                <a:lnTo>
                  <a:pt x="3882388" y="165267"/>
                </a:lnTo>
                <a:lnTo>
                  <a:pt x="3910782" y="205359"/>
                </a:lnTo>
                <a:lnTo>
                  <a:pt x="3934413" y="248178"/>
                </a:lnTo>
                <a:lnTo>
                  <a:pt x="3953101" y="293296"/>
                </a:lnTo>
                <a:lnTo>
                  <a:pt x="3966669" y="340283"/>
                </a:lnTo>
                <a:lnTo>
                  <a:pt x="3974941" y="388710"/>
                </a:lnTo>
                <a:lnTo>
                  <a:pt x="3977738" y="438149"/>
                </a:lnTo>
                <a:lnTo>
                  <a:pt x="3977738" y="4808534"/>
                </a:lnTo>
                <a:lnTo>
                  <a:pt x="3974941" y="4857973"/>
                </a:lnTo>
                <a:lnTo>
                  <a:pt x="3966669" y="4906400"/>
                </a:lnTo>
                <a:lnTo>
                  <a:pt x="3953101" y="4953387"/>
                </a:lnTo>
                <a:lnTo>
                  <a:pt x="3934413" y="4998505"/>
                </a:lnTo>
                <a:lnTo>
                  <a:pt x="3910782" y="5041324"/>
                </a:lnTo>
                <a:lnTo>
                  <a:pt x="3882388" y="5081416"/>
                </a:lnTo>
                <a:lnTo>
                  <a:pt x="3849407" y="5118353"/>
                </a:lnTo>
                <a:lnTo>
                  <a:pt x="3812471" y="5151334"/>
                </a:lnTo>
                <a:lnTo>
                  <a:pt x="3772379" y="5179728"/>
                </a:lnTo>
                <a:lnTo>
                  <a:pt x="3729559" y="5203359"/>
                </a:lnTo>
                <a:lnTo>
                  <a:pt x="3684442" y="5222047"/>
                </a:lnTo>
                <a:lnTo>
                  <a:pt x="3637454" y="5235615"/>
                </a:lnTo>
                <a:lnTo>
                  <a:pt x="3589027" y="5243887"/>
                </a:lnTo>
                <a:lnTo>
                  <a:pt x="3539588" y="5246684"/>
                </a:lnTo>
                <a:close/>
              </a:path>
            </a:pathLst>
          </a:custGeom>
          <a:solidFill>
            <a:srgbClr val="E2E9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1772631" y="2577306"/>
            <a:ext cx="4016375" cy="5285105"/>
            <a:chOff x="11772631" y="2577306"/>
            <a:chExt cx="4016375" cy="5285105"/>
          </a:xfrm>
        </p:grpSpPr>
        <p:sp>
          <p:nvSpPr>
            <p:cNvPr id="19" name="object 19" descr=""/>
            <p:cNvSpPr/>
            <p:nvPr/>
          </p:nvSpPr>
          <p:spPr>
            <a:xfrm>
              <a:off x="11791680" y="2596357"/>
              <a:ext cx="3978275" cy="5247005"/>
            </a:xfrm>
            <a:custGeom>
              <a:avLst/>
              <a:gdLst/>
              <a:ahLst/>
              <a:cxnLst/>
              <a:rect l="l" t="t" r="r" b="b"/>
              <a:pathLst>
                <a:path w="3978275" h="5247005">
                  <a:moveTo>
                    <a:pt x="3539588" y="5246684"/>
                  </a:moveTo>
                  <a:lnTo>
                    <a:pt x="438149" y="5246684"/>
                  </a:lnTo>
                  <a:lnTo>
                    <a:pt x="388711" y="5243887"/>
                  </a:lnTo>
                  <a:lnTo>
                    <a:pt x="340283" y="5235615"/>
                  </a:lnTo>
                  <a:lnTo>
                    <a:pt x="293296" y="5222047"/>
                  </a:lnTo>
                  <a:lnTo>
                    <a:pt x="248179" y="5203359"/>
                  </a:lnTo>
                  <a:lnTo>
                    <a:pt x="205359" y="5179728"/>
                  </a:lnTo>
                  <a:lnTo>
                    <a:pt x="165267" y="5151334"/>
                  </a:lnTo>
                  <a:lnTo>
                    <a:pt x="128331" y="5118353"/>
                  </a:lnTo>
                  <a:lnTo>
                    <a:pt x="95350" y="5081416"/>
                  </a:lnTo>
                  <a:lnTo>
                    <a:pt x="66955" y="5041324"/>
                  </a:lnTo>
                  <a:lnTo>
                    <a:pt x="43325" y="4998505"/>
                  </a:lnTo>
                  <a:lnTo>
                    <a:pt x="24636" y="4953387"/>
                  </a:lnTo>
                  <a:lnTo>
                    <a:pt x="11068" y="4906400"/>
                  </a:lnTo>
                  <a:lnTo>
                    <a:pt x="2796" y="4857973"/>
                  </a:lnTo>
                  <a:lnTo>
                    <a:pt x="0" y="4808534"/>
                  </a:lnTo>
                  <a:lnTo>
                    <a:pt x="0" y="438149"/>
                  </a:lnTo>
                  <a:lnTo>
                    <a:pt x="2796" y="388710"/>
                  </a:lnTo>
                  <a:lnTo>
                    <a:pt x="11068" y="340283"/>
                  </a:lnTo>
                  <a:lnTo>
                    <a:pt x="24636" y="293296"/>
                  </a:lnTo>
                  <a:lnTo>
                    <a:pt x="43325" y="248178"/>
                  </a:lnTo>
                  <a:lnTo>
                    <a:pt x="66955" y="205359"/>
                  </a:lnTo>
                  <a:lnTo>
                    <a:pt x="95350" y="165267"/>
                  </a:lnTo>
                  <a:lnTo>
                    <a:pt x="128331" y="128331"/>
                  </a:lnTo>
                  <a:lnTo>
                    <a:pt x="165267" y="95349"/>
                  </a:lnTo>
                  <a:lnTo>
                    <a:pt x="205359" y="66955"/>
                  </a:lnTo>
                  <a:lnTo>
                    <a:pt x="248179" y="43325"/>
                  </a:lnTo>
                  <a:lnTo>
                    <a:pt x="293296" y="24636"/>
                  </a:lnTo>
                  <a:lnTo>
                    <a:pt x="340283" y="11068"/>
                  </a:lnTo>
                  <a:lnTo>
                    <a:pt x="388711" y="2796"/>
                  </a:lnTo>
                  <a:lnTo>
                    <a:pt x="438149" y="0"/>
                  </a:lnTo>
                  <a:lnTo>
                    <a:pt x="3539588" y="0"/>
                  </a:lnTo>
                  <a:lnTo>
                    <a:pt x="3589027" y="2796"/>
                  </a:lnTo>
                  <a:lnTo>
                    <a:pt x="3637454" y="11068"/>
                  </a:lnTo>
                  <a:lnTo>
                    <a:pt x="3684442" y="24636"/>
                  </a:lnTo>
                  <a:lnTo>
                    <a:pt x="3729559" y="43325"/>
                  </a:lnTo>
                  <a:lnTo>
                    <a:pt x="3772379" y="66955"/>
                  </a:lnTo>
                  <a:lnTo>
                    <a:pt x="3812471" y="95349"/>
                  </a:lnTo>
                  <a:lnTo>
                    <a:pt x="3849408" y="128331"/>
                  </a:lnTo>
                  <a:lnTo>
                    <a:pt x="3882388" y="165267"/>
                  </a:lnTo>
                  <a:lnTo>
                    <a:pt x="3910783" y="205359"/>
                  </a:lnTo>
                  <a:lnTo>
                    <a:pt x="3934413" y="248178"/>
                  </a:lnTo>
                  <a:lnTo>
                    <a:pt x="3953101" y="293296"/>
                  </a:lnTo>
                  <a:lnTo>
                    <a:pt x="3966669" y="340283"/>
                  </a:lnTo>
                  <a:lnTo>
                    <a:pt x="3974941" y="388710"/>
                  </a:lnTo>
                  <a:lnTo>
                    <a:pt x="3977738" y="438149"/>
                  </a:lnTo>
                  <a:lnTo>
                    <a:pt x="3977738" y="4808534"/>
                  </a:lnTo>
                  <a:lnTo>
                    <a:pt x="3974941" y="4857973"/>
                  </a:lnTo>
                  <a:lnTo>
                    <a:pt x="3966669" y="4906400"/>
                  </a:lnTo>
                  <a:lnTo>
                    <a:pt x="3953101" y="4953387"/>
                  </a:lnTo>
                  <a:lnTo>
                    <a:pt x="3934413" y="4998505"/>
                  </a:lnTo>
                  <a:lnTo>
                    <a:pt x="3910783" y="5041324"/>
                  </a:lnTo>
                  <a:lnTo>
                    <a:pt x="3882388" y="5081416"/>
                  </a:lnTo>
                  <a:lnTo>
                    <a:pt x="3849408" y="5118353"/>
                  </a:lnTo>
                  <a:lnTo>
                    <a:pt x="3812471" y="5151334"/>
                  </a:lnTo>
                  <a:lnTo>
                    <a:pt x="3772379" y="5179728"/>
                  </a:lnTo>
                  <a:lnTo>
                    <a:pt x="3729559" y="5203359"/>
                  </a:lnTo>
                  <a:lnTo>
                    <a:pt x="3684442" y="5222047"/>
                  </a:lnTo>
                  <a:lnTo>
                    <a:pt x="3637454" y="5235615"/>
                  </a:lnTo>
                  <a:lnTo>
                    <a:pt x="3589027" y="5243887"/>
                  </a:lnTo>
                  <a:lnTo>
                    <a:pt x="3539588" y="524668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791681" y="2596356"/>
              <a:ext cx="3978275" cy="5247005"/>
            </a:xfrm>
            <a:custGeom>
              <a:avLst/>
              <a:gdLst/>
              <a:ahLst/>
              <a:cxnLst/>
              <a:rect l="l" t="t" r="r" b="b"/>
              <a:pathLst>
                <a:path w="3978275" h="5247005">
                  <a:moveTo>
                    <a:pt x="438158" y="0"/>
                  </a:moveTo>
                  <a:lnTo>
                    <a:pt x="3539570" y="0"/>
                  </a:lnTo>
                  <a:lnTo>
                    <a:pt x="3589009" y="2794"/>
                  </a:lnTo>
                  <a:lnTo>
                    <a:pt x="3637437" y="11063"/>
                  </a:lnTo>
                  <a:lnTo>
                    <a:pt x="3684425" y="24630"/>
                  </a:lnTo>
                  <a:lnTo>
                    <a:pt x="3729544" y="43316"/>
                  </a:lnTo>
                  <a:lnTo>
                    <a:pt x="3772365" y="66945"/>
                  </a:lnTo>
                  <a:lnTo>
                    <a:pt x="3812459" y="95339"/>
                  </a:lnTo>
                  <a:lnTo>
                    <a:pt x="3849397" y="128320"/>
                  </a:lnTo>
                  <a:lnTo>
                    <a:pt x="3882381" y="165256"/>
                  </a:lnTo>
                  <a:lnTo>
                    <a:pt x="3910777" y="205349"/>
                  </a:lnTo>
                  <a:lnTo>
                    <a:pt x="3934409" y="248169"/>
                  </a:lnTo>
                  <a:lnTo>
                    <a:pt x="3953099" y="293288"/>
                  </a:lnTo>
                  <a:lnTo>
                    <a:pt x="3966668" y="340277"/>
                  </a:lnTo>
                  <a:lnTo>
                    <a:pt x="3974941" y="388706"/>
                  </a:lnTo>
                  <a:lnTo>
                    <a:pt x="3977738" y="438146"/>
                  </a:lnTo>
                  <a:lnTo>
                    <a:pt x="3977740" y="4808493"/>
                  </a:lnTo>
                  <a:lnTo>
                    <a:pt x="3974948" y="4857935"/>
                  </a:lnTo>
                  <a:lnTo>
                    <a:pt x="3966679" y="4906367"/>
                  </a:lnTo>
                  <a:lnTo>
                    <a:pt x="3953113" y="4953358"/>
                  </a:lnTo>
                  <a:lnTo>
                    <a:pt x="3934426" y="4998481"/>
                  </a:lnTo>
                  <a:lnTo>
                    <a:pt x="3910796" y="5041305"/>
                  </a:lnTo>
                  <a:lnTo>
                    <a:pt x="3882401" y="5081403"/>
                  </a:lnTo>
                  <a:lnTo>
                    <a:pt x="3849418" y="5118344"/>
                  </a:lnTo>
                  <a:lnTo>
                    <a:pt x="3812478" y="5151329"/>
                  </a:lnTo>
                  <a:lnTo>
                    <a:pt x="3772382" y="5179727"/>
                  </a:lnTo>
                  <a:lnTo>
                    <a:pt x="3729558" y="5203360"/>
                  </a:lnTo>
                  <a:lnTo>
                    <a:pt x="3684436" y="5222049"/>
                  </a:lnTo>
                  <a:lnTo>
                    <a:pt x="3637443" y="5235618"/>
                  </a:lnTo>
                  <a:lnTo>
                    <a:pt x="3589011" y="5243888"/>
                  </a:lnTo>
                  <a:lnTo>
                    <a:pt x="3539570" y="5246684"/>
                  </a:lnTo>
                  <a:lnTo>
                    <a:pt x="438156" y="5246685"/>
                  </a:lnTo>
                  <a:lnTo>
                    <a:pt x="388712" y="5243888"/>
                  </a:lnTo>
                  <a:lnTo>
                    <a:pt x="340280" y="5235615"/>
                  </a:lnTo>
                  <a:lnTo>
                    <a:pt x="293288" y="5222044"/>
                  </a:lnTo>
                  <a:lnTo>
                    <a:pt x="248167" y="5203353"/>
                  </a:lnTo>
                  <a:lnTo>
                    <a:pt x="205345" y="5179719"/>
                  </a:lnTo>
                  <a:lnTo>
                    <a:pt x="165251" y="5151320"/>
                  </a:lnTo>
                  <a:lnTo>
                    <a:pt x="128313" y="5118334"/>
                  </a:lnTo>
                  <a:lnTo>
                    <a:pt x="95332" y="5081393"/>
                  </a:lnTo>
                  <a:lnTo>
                    <a:pt x="66939" y="5041296"/>
                  </a:lnTo>
                  <a:lnTo>
                    <a:pt x="43311" y="4998472"/>
                  </a:lnTo>
                  <a:lnTo>
                    <a:pt x="24626" y="4953351"/>
                  </a:lnTo>
                  <a:lnTo>
                    <a:pt x="11061" y="4906361"/>
                  </a:lnTo>
                  <a:lnTo>
                    <a:pt x="2794" y="4857931"/>
                  </a:lnTo>
                  <a:lnTo>
                    <a:pt x="0" y="4808492"/>
                  </a:lnTo>
                  <a:lnTo>
                    <a:pt x="0" y="438145"/>
                  </a:lnTo>
                  <a:lnTo>
                    <a:pt x="2797" y="388705"/>
                  </a:lnTo>
                  <a:lnTo>
                    <a:pt x="11069" y="340277"/>
                  </a:lnTo>
                  <a:lnTo>
                    <a:pt x="24639" y="293290"/>
                  </a:lnTo>
                  <a:lnTo>
                    <a:pt x="43328" y="248172"/>
                  </a:lnTo>
                  <a:lnTo>
                    <a:pt x="66960" y="205353"/>
                  </a:lnTo>
                  <a:lnTo>
                    <a:pt x="95355" y="165261"/>
                  </a:lnTo>
                  <a:lnTo>
                    <a:pt x="128338" y="128325"/>
                  </a:lnTo>
                  <a:lnTo>
                    <a:pt x="165275" y="95345"/>
                  </a:lnTo>
                  <a:lnTo>
                    <a:pt x="205368" y="66951"/>
                  </a:lnTo>
                  <a:lnTo>
                    <a:pt x="248187" y="43321"/>
                  </a:lnTo>
                  <a:lnTo>
                    <a:pt x="293305" y="24634"/>
                  </a:lnTo>
                  <a:lnTo>
                    <a:pt x="340292" y="11067"/>
                  </a:lnTo>
                  <a:lnTo>
                    <a:pt x="388720" y="2796"/>
                  </a:lnTo>
                  <a:lnTo>
                    <a:pt x="438158" y="0"/>
                  </a:lnTo>
                </a:path>
              </a:pathLst>
            </a:custGeom>
            <a:ln w="38100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1553" y="3333431"/>
            <a:ext cx="3267074" cy="326707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9505" y="3517425"/>
            <a:ext cx="2724149" cy="290512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63355" y="3457012"/>
            <a:ext cx="1971674" cy="2962274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dirty="0" spc="-480"/>
              <a:t> </a:t>
            </a:r>
            <a:r>
              <a:rPr dirty="0" spc="-10"/>
              <a:t>ACTEURS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solidFill>
                  <a:srgbClr val="FFFFFF"/>
                </a:solidFill>
              </a:rPr>
              <a:t>1</a:t>
            </a:r>
            <a:r>
              <a:rPr dirty="0" spc="-365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4878355" y="7009622"/>
            <a:ext cx="159448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40" b="1">
                <a:solidFill>
                  <a:srgbClr val="4F86EC"/>
                </a:solidFill>
                <a:latin typeface="Tahoma"/>
                <a:cs typeface="Tahoma"/>
              </a:rPr>
              <a:t>ADMIN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479552" y="7009622"/>
            <a:ext cx="240538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85" b="1">
                <a:solidFill>
                  <a:srgbClr val="4F86EC"/>
                </a:solidFill>
                <a:latin typeface="Tahoma"/>
                <a:cs typeface="Tahoma"/>
              </a:rPr>
              <a:t>MANAGER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615691" y="7009622"/>
            <a:ext cx="226250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85" b="1">
                <a:solidFill>
                  <a:srgbClr val="4F86EC"/>
                </a:solidFill>
                <a:latin typeface="Tahoma"/>
                <a:cs typeface="Tahoma"/>
              </a:rPr>
              <a:t>EMPLOYE</a:t>
            </a:r>
            <a:endParaRPr sz="3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8147" y="712435"/>
            <a:ext cx="8858249" cy="88582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880745"/>
            <a:ext cx="5924550" cy="18351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/>
              <a:t>DIAGRAMME</a:t>
            </a:r>
            <a:r>
              <a:rPr dirty="0" spc="459"/>
              <a:t> </a:t>
            </a:r>
            <a:r>
              <a:rPr dirty="0" spc="350"/>
              <a:t>CAS </a:t>
            </a:r>
            <a:r>
              <a:rPr dirty="0" spc="-10"/>
              <a:t>D’UTILISATION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162" y="5143500"/>
            <a:ext cx="2868563" cy="41148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0" y="3452805"/>
            <a:ext cx="1695450" cy="668020"/>
          </a:xfrm>
          <a:custGeom>
            <a:avLst/>
            <a:gdLst/>
            <a:ahLst/>
            <a:cxnLst/>
            <a:rect l="l" t="t" r="r" b="b"/>
            <a:pathLst>
              <a:path w="1695450" h="668020">
                <a:moveTo>
                  <a:pt x="1532951" y="656770"/>
                </a:moveTo>
                <a:lnTo>
                  <a:pt x="1558152" y="659165"/>
                </a:lnTo>
                <a:lnTo>
                  <a:pt x="1605657" y="662856"/>
                </a:lnTo>
                <a:lnTo>
                  <a:pt x="1653385" y="665739"/>
                </a:lnTo>
                <a:lnTo>
                  <a:pt x="1695017" y="667535"/>
                </a:lnTo>
              </a:path>
              <a:path w="1695450" h="668020">
                <a:moveTo>
                  <a:pt x="1422907" y="644070"/>
                </a:moveTo>
                <a:lnTo>
                  <a:pt x="1463836" y="649384"/>
                </a:lnTo>
                <a:lnTo>
                  <a:pt x="1510876" y="654672"/>
                </a:lnTo>
                <a:lnTo>
                  <a:pt x="1532951" y="656770"/>
                </a:lnTo>
              </a:path>
              <a:path w="1695450" h="668020">
                <a:moveTo>
                  <a:pt x="1339672" y="631370"/>
                </a:moveTo>
                <a:lnTo>
                  <a:pt x="1370491" y="636451"/>
                </a:lnTo>
                <a:lnTo>
                  <a:pt x="1417039" y="643308"/>
                </a:lnTo>
                <a:lnTo>
                  <a:pt x="1422907" y="644070"/>
                </a:lnTo>
              </a:path>
              <a:path w="1695450" h="668020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695450" h="668020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00652" y="1476150"/>
            <a:ext cx="2644775" cy="2644775"/>
          </a:xfrm>
          <a:custGeom>
            <a:avLst/>
            <a:gdLst/>
            <a:ahLst/>
            <a:cxnLst/>
            <a:rect l="l" t="t" r="r" b="b"/>
            <a:pathLst>
              <a:path w="2644775" h="2644775">
                <a:moveTo>
                  <a:pt x="0" y="2644191"/>
                </a:moveTo>
                <a:lnTo>
                  <a:pt x="41632" y="2642395"/>
                </a:lnTo>
                <a:lnTo>
                  <a:pt x="89360" y="2639512"/>
                </a:lnTo>
                <a:lnTo>
                  <a:pt x="136865" y="2635821"/>
                </a:lnTo>
                <a:lnTo>
                  <a:pt x="162066" y="2633425"/>
                </a:lnTo>
              </a:path>
              <a:path w="2644775" h="2644775">
                <a:moveTo>
                  <a:pt x="162066" y="2633425"/>
                </a:moveTo>
                <a:lnTo>
                  <a:pt x="184141" y="2631327"/>
                </a:lnTo>
                <a:lnTo>
                  <a:pt x="231181" y="2626040"/>
                </a:lnTo>
                <a:lnTo>
                  <a:pt x="272110" y="2620725"/>
                </a:lnTo>
              </a:path>
              <a:path w="2644775" h="2644775">
                <a:moveTo>
                  <a:pt x="272110" y="2620725"/>
                </a:moveTo>
                <a:lnTo>
                  <a:pt x="277978" y="2619964"/>
                </a:lnTo>
                <a:lnTo>
                  <a:pt x="324526" y="2613106"/>
                </a:lnTo>
                <a:lnTo>
                  <a:pt x="355345" y="2608025"/>
                </a:lnTo>
              </a:path>
              <a:path w="2644775" h="2644775">
                <a:moveTo>
                  <a:pt x="355345" y="2608025"/>
                </a:moveTo>
                <a:lnTo>
                  <a:pt x="416844" y="2597076"/>
                </a:lnTo>
                <a:lnTo>
                  <a:pt x="462601" y="2587916"/>
                </a:lnTo>
                <a:lnTo>
                  <a:pt x="508082" y="2578002"/>
                </a:lnTo>
                <a:lnTo>
                  <a:pt x="553278" y="2567341"/>
                </a:lnTo>
                <a:lnTo>
                  <a:pt x="598184" y="2555940"/>
                </a:lnTo>
                <a:lnTo>
                  <a:pt x="631927" y="2546760"/>
                </a:lnTo>
              </a:path>
              <a:path w="2644775" h="2644775">
                <a:moveTo>
                  <a:pt x="687124" y="2531038"/>
                </a:moveTo>
                <a:lnTo>
                  <a:pt x="731091" y="2517362"/>
                </a:lnTo>
                <a:lnTo>
                  <a:pt x="774766" y="2503067"/>
                </a:lnTo>
                <a:lnTo>
                  <a:pt x="818117" y="2488067"/>
                </a:lnTo>
                <a:lnTo>
                  <a:pt x="861136" y="2472366"/>
                </a:lnTo>
                <a:lnTo>
                  <a:pt x="903817" y="2455974"/>
                </a:lnTo>
                <a:lnTo>
                  <a:pt x="946153" y="2438895"/>
                </a:lnTo>
                <a:lnTo>
                  <a:pt x="988137" y="2421137"/>
                </a:lnTo>
                <a:lnTo>
                  <a:pt x="1029763" y="2402708"/>
                </a:lnTo>
                <a:lnTo>
                  <a:pt x="1071023" y="2383612"/>
                </a:lnTo>
                <a:lnTo>
                  <a:pt x="1111910" y="2363859"/>
                </a:lnTo>
                <a:lnTo>
                  <a:pt x="1152418" y="2343453"/>
                </a:lnTo>
                <a:lnTo>
                  <a:pt x="1192540" y="2322403"/>
                </a:lnTo>
                <a:lnTo>
                  <a:pt x="1232270" y="2300714"/>
                </a:lnTo>
                <a:lnTo>
                  <a:pt x="1271600" y="2278395"/>
                </a:lnTo>
                <a:lnTo>
                  <a:pt x="1310523" y="2255450"/>
                </a:lnTo>
                <a:lnTo>
                  <a:pt x="1349033" y="2231888"/>
                </a:lnTo>
                <a:lnTo>
                  <a:pt x="1387123" y="2207716"/>
                </a:lnTo>
                <a:lnTo>
                  <a:pt x="1424787" y="2182939"/>
                </a:lnTo>
                <a:lnTo>
                  <a:pt x="1462016" y="2157565"/>
                </a:lnTo>
                <a:lnTo>
                  <a:pt x="1498805" y="2131600"/>
                </a:lnTo>
                <a:lnTo>
                  <a:pt x="1535147" y="2105052"/>
                </a:lnTo>
                <a:lnTo>
                  <a:pt x="1571035" y="2077927"/>
                </a:lnTo>
                <a:lnTo>
                  <a:pt x="1606461" y="2050233"/>
                </a:lnTo>
                <a:lnTo>
                  <a:pt x="1641420" y="2021975"/>
                </a:lnTo>
                <a:lnTo>
                  <a:pt x="1675905" y="1993160"/>
                </a:lnTo>
                <a:lnTo>
                  <a:pt x="1709908" y="1963797"/>
                </a:lnTo>
                <a:lnTo>
                  <a:pt x="1743422" y="1933890"/>
                </a:lnTo>
                <a:lnTo>
                  <a:pt x="1776442" y="1903448"/>
                </a:lnTo>
                <a:lnTo>
                  <a:pt x="1808960" y="1872476"/>
                </a:lnTo>
                <a:lnTo>
                  <a:pt x="1840969" y="1840982"/>
                </a:lnTo>
                <a:lnTo>
                  <a:pt x="1872463" y="1808973"/>
                </a:lnTo>
                <a:lnTo>
                  <a:pt x="1903434" y="1776455"/>
                </a:lnTo>
                <a:lnTo>
                  <a:pt x="1933877" y="1743435"/>
                </a:lnTo>
                <a:lnTo>
                  <a:pt x="1963783" y="1709921"/>
                </a:lnTo>
                <a:lnTo>
                  <a:pt x="1993147" y="1675918"/>
                </a:lnTo>
                <a:lnTo>
                  <a:pt x="2021962" y="1641433"/>
                </a:lnTo>
                <a:lnTo>
                  <a:pt x="2050220" y="1606474"/>
                </a:lnTo>
                <a:lnTo>
                  <a:pt x="2077914" y="1571048"/>
                </a:lnTo>
                <a:lnTo>
                  <a:pt x="2105039" y="1535160"/>
                </a:lnTo>
                <a:lnTo>
                  <a:pt x="2131587" y="1498818"/>
                </a:lnTo>
                <a:lnTo>
                  <a:pt x="2157552" y="1462029"/>
                </a:lnTo>
                <a:lnTo>
                  <a:pt x="2182926" y="1424800"/>
                </a:lnTo>
                <a:lnTo>
                  <a:pt x="2207703" y="1387137"/>
                </a:lnTo>
                <a:lnTo>
                  <a:pt x="2231875" y="1349046"/>
                </a:lnTo>
                <a:lnTo>
                  <a:pt x="2255437" y="1310536"/>
                </a:lnTo>
                <a:lnTo>
                  <a:pt x="2278382" y="1271613"/>
                </a:lnTo>
                <a:lnTo>
                  <a:pt x="2300701" y="1232283"/>
                </a:lnTo>
                <a:lnTo>
                  <a:pt x="2322390" y="1192554"/>
                </a:lnTo>
                <a:lnTo>
                  <a:pt x="2343440" y="1152431"/>
                </a:lnTo>
                <a:lnTo>
                  <a:pt x="2363846" y="1111923"/>
                </a:lnTo>
                <a:lnTo>
                  <a:pt x="2383486" y="1071271"/>
                </a:lnTo>
                <a:lnTo>
                  <a:pt x="2383603" y="1071038"/>
                </a:lnTo>
                <a:lnTo>
                  <a:pt x="2402694" y="1029776"/>
                </a:lnTo>
                <a:lnTo>
                  <a:pt x="2421124" y="988151"/>
                </a:lnTo>
                <a:lnTo>
                  <a:pt x="2438882" y="946166"/>
                </a:lnTo>
                <a:lnTo>
                  <a:pt x="2455960" y="903830"/>
                </a:lnTo>
                <a:lnTo>
                  <a:pt x="2472353" y="861149"/>
                </a:lnTo>
                <a:lnTo>
                  <a:pt x="2488053" y="818130"/>
                </a:lnTo>
                <a:lnTo>
                  <a:pt x="2503054" y="774779"/>
                </a:lnTo>
                <a:lnTo>
                  <a:pt x="2517349" y="731104"/>
                </a:lnTo>
                <a:lnTo>
                  <a:pt x="2530930" y="687110"/>
                </a:lnTo>
                <a:lnTo>
                  <a:pt x="2543792" y="642806"/>
                </a:lnTo>
                <a:lnTo>
                  <a:pt x="2555926" y="598197"/>
                </a:lnTo>
                <a:lnTo>
                  <a:pt x="2567328" y="553291"/>
                </a:lnTo>
                <a:lnTo>
                  <a:pt x="2577989" y="508095"/>
                </a:lnTo>
                <a:lnTo>
                  <a:pt x="2587903" y="462614"/>
                </a:lnTo>
                <a:lnTo>
                  <a:pt x="2597063" y="416857"/>
                </a:lnTo>
                <a:lnTo>
                  <a:pt x="2605462" y="370829"/>
                </a:lnTo>
                <a:lnTo>
                  <a:pt x="2613093" y="324539"/>
                </a:lnTo>
                <a:lnTo>
                  <a:pt x="2619950" y="277991"/>
                </a:lnTo>
                <a:lnTo>
                  <a:pt x="2626026" y="231194"/>
                </a:lnTo>
                <a:lnTo>
                  <a:pt x="2631314" y="184154"/>
                </a:lnTo>
                <a:lnTo>
                  <a:pt x="2635807" y="136878"/>
                </a:lnTo>
                <a:lnTo>
                  <a:pt x="2639499" y="89373"/>
                </a:lnTo>
                <a:lnTo>
                  <a:pt x="2642323" y="42622"/>
                </a:lnTo>
                <a:lnTo>
                  <a:pt x="2642378" y="41645"/>
                </a:lnTo>
                <a:lnTo>
                  <a:pt x="2644178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solidFill>
                  <a:srgbClr val="FFFFFF"/>
                </a:solidFill>
              </a:rPr>
              <a:t>1</a:t>
            </a:r>
            <a:r>
              <a:rPr dirty="0" spc="-365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dirty="0" spc="-525"/>
              <a:t> </a:t>
            </a:r>
            <a:r>
              <a:rPr dirty="0" spc="-215"/>
              <a:t>B</a:t>
            </a:r>
            <a:r>
              <a:rPr dirty="0" spc="-204"/>
              <a:t>E</a:t>
            </a:r>
            <a:r>
              <a:rPr dirty="0" spc="-180"/>
              <a:t>S</a:t>
            </a:r>
            <a:r>
              <a:rPr dirty="0" spc="-220"/>
              <a:t>O</a:t>
            </a:r>
            <a:r>
              <a:rPr dirty="0" spc="-430"/>
              <a:t>I</a:t>
            </a:r>
            <a:r>
              <a:rPr dirty="0" spc="-220"/>
              <a:t>N</a:t>
            </a:r>
            <a:r>
              <a:rPr dirty="0" spc="105"/>
              <a:t>S</a:t>
            </a:r>
            <a:r>
              <a:rPr dirty="0" spc="-525"/>
              <a:t> </a:t>
            </a:r>
            <a:r>
              <a:rPr dirty="0" spc="-140"/>
              <a:t>F</a:t>
            </a:r>
            <a:r>
              <a:rPr dirty="0" spc="-160"/>
              <a:t>ON</a:t>
            </a:r>
            <a:r>
              <a:rPr dirty="0" spc="-125"/>
              <a:t>C</a:t>
            </a:r>
            <a:r>
              <a:rPr dirty="0" spc="-130"/>
              <a:t>T</a:t>
            </a:r>
            <a:r>
              <a:rPr dirty="0" spc="-370"/>
              <a:t>I</a:t>
            </a:r>
            <a:r>
              <a:rPr dirty="0" spc="-160"/>
              <a:t>ONN</a:t>
            </a:r>
            <a:r>
              <a:rPr dirty="0" spc="-145"/>
              <a:t>E</a:t>
            </a:r>
            <a:r>
              <a:rPr dirty="0" spc="-160"/>
              <a:t>L</a:t>
            </a:r>
            <a:r>
              <a:rPr dirty="0" spc="165"/>
              <a:t>S</a:t>
            </a:r>
          </a:p>
        </p:txBody>
      </p:sp>
      <p:sp>
        <p:nvSpPr>
          <p:cNvPr id="12" name="object 12" descr=""/>
          <p:cNvSpPr/>
          <p:nvPr/>
        </p:nvSpPr>
        <p:spPr>
          <a:xfrm>
            <a:off x="12025751" y="8727007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79" y="0"/>
                </a:moveTo>
                <a:lnTo>
                  <a:pt x="0" y="771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2009989" y="8917128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63" y="0"/>
                </a:moveTo>
                <a:lnTo>
                  <a:pt x="0" y="114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2002851" y="9121476"/>
            <a:ext cx="161290" cy="1165860"/>
          </a:xfrm>
          <a:custGeom>
            <a:avLst/>
            <a:gdLst/>
            <a:ahLst/>
            <a:cxnLst/>
            <a:rect l="l" t="t" r="r" b="b"/>
            <a:pathLst>
              <a:path w="161290" h="1165859">
                <a:moveTo>
                  <a:pt x="208" y="0"/>
                </a:moveTo>
                <a:lnTo>
                  <a:pt x="0" y="36661"/>
                </a:lnTo>
                <a:lnTo>
                  <a:pt x="8" y="38100"/>
                </a:lnTo>
                <a:lnTo>
                  <a:pt x="258" y="85146"/>
                </a:lnTo>
                <a:lnTo>
                  <a:pt x="326" y="88899"/>
                </a:lnTo>
                <a:lnTo>
                  <a:pt x="1037" y="133495"/>
                </a:lnTo>
                <a:lnTo>
                  <a:pt x="1234" y="139697"/>
                </a:lnTo>
                <a:lnTo>
                  <a:pt x="2563" y="181700"/>
                </a:lnTo>
                <a:lnTo>
                  <a:pt x="4554" y="229763"/>
                </a:lnTo>
                <a:lnTo>
                  <a:pt x="6992" y="277686"/>
                </a:lnTo>
                <a:lnTo>
                  <a:pt x="10218" y="325444"/>
                </a:lnTo>
                <a:lnTo>
                  <a:pt x="13885" y="373056"/>
                </a:lnTo>
                <a:lnTo>
                  <a:pt x="18104" y="420511"/>
                </a:lnTo>
                <a:lnTo>
                  <a:pt x="22872" y="467806"/>
                </a:lnTo>
                <a:lnTo>
                  <a:pt x="28185" y="514939"/>
                </a:lnTo>
                <a:lnTo>
                  <a:pt x="34041" y="561905"/>
                </a:lnTo>
                <a:lnTo>
                  <a:pt x="40436" y="608701"/>
                </a:lnTo>
                <a:lnTo>
                  <a:pt x="47367" y="655324"/>
                </a:lnTo>
                <a:lnTo>
                  <a:pt x="54831" y="701772"/>
                </a:lnTo>
                <a:lnTo>
                  <a:pt x="62825" y="748040"/>
                </a:lnTo>
                <a:lnTo>
                  <a:pt x="71344" y="794126"/>
                </a:lnTo>
                <a:lnTo>
                  <a:pt x="80387" y="840026"/>
                </a:lnTo>
                <a:lnTo>
                  <a:pt x="89950" y="885738"/>
                </a:lnTo>
                <a:lnTo>
                  <a:pt x="100030" y="931257"/>
                </a:lnTo>
                <a:lnTo>
                  <a:pt x="110623" y="976581"/>
                </a:lnTo>
                <a:lnTo>
                  <a:pt x="121727" y="1021707"/>
                </a:lnTo>
                <a:lnTo>
                  <a:pt x="133290" y="1066645"/>
                </a:lnTo>
                <a:lnTo>
                  <a:pt x="133333" y="1066801"/>
                </a:lnTo>
                <a:lnTo>
                  <a:pt x="145452" y="1111350"/>
                </a:lnTo>
                <a:lnTo>
                  <a:pt x="158067" y="1155861"/>
                </a:lnTo>
                <a:lnTo>
                  <a:pt x="160927" y="1165523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541523" y="3094278"/>
            <a:ext cx="4366895" cy="4617720"/>
          </a:xfrm>
          <a:custGeom>
            <a:avLst/>
            <a:gdLst/>
            <a:ahLst/>
            <a:cxnLst/>
            <a:rect l="l" t="t" r="r" b="b"/>
            <a:pathLst>
              <a:path w="4366895" h="4617720">
                <a:moveTo>
                  <a:pt x="3928355" y="4617661"/>
                </a:moveTo>
                <a:lnTo>
                  <a:pt x="438150" y="4617661"/>
                </a:lnTo>
                <a:lnTo>
                  <a:pt x="388710" y="4614864"/>
                </a:lnTo>
                <a:lnTo>
                  <a:pt x="340283" y="4606593"/>
                </a:lnTo>
                <a:lnTo>
                  <a:pt x="293296" y="4593024"/>
                </a:lnTo>
                <a:lnTo>
                  <a:pt x="248178" y="4574335"/>
                </a:lnTo>
                <a:lnTo>
                  <a:pt x="205359" y="4550705"/>
                </a:lnTo>
                <a:lnTo>
                  <a:pt x="165267" y="4522310"/>
                </a:lnTo>
                <a:lnTo>
                  <a:pt x="128331" y="4489329"/>
                </a:lnTo>
                <a:lnTo>
                  <a:pt x="95349" y="4452393"/>
                </a:lnTo>
                <a:lnTo>
                  <a:pt x="66955" y="4412301"/>
                </a:lnTo>
                <a:lnTo>
                  <a:pt x="43325" y="4369481"/>
                </a:lnTo>
                <a:lnTo>
                  <a:pt x="24636" y="4324364"/>
                </a:lnTo>
                <a:lnTo>
                  <a:pt x="11068" y="4277377"/>
                </a:lnTo>
                <a:lnTo>
                  <a:pt x="2796" y="4228950"/>
                </a:lnTo>
                <a:lnTo>
                  <a:pt x="0" y="4179511"/>
                </a:lnTo>
                <a:lnTo>
                  <a:pt x="0" y="438150"/>
                </a:lnTo>
                <a:lnTo>
                  <a:pt x="2796" y="388710"/>
                </a:lnTo>
                <a:lnTo>
                  <a:pt x="11068" y="340283"/>
                </a:lnTo>
                <a:lnTo>
                  <a:pt x="24636" y="293296"/>
                </a:lnTo>
                <a:lnTo>
                  <a:pt x="43325" y="248178"/>
                </a:lnTo>
                <a:lnTo>
                  <a:pt x="66955" y="205359"/>
                </a:lnTo>
                <a:lnTo>
                  <a:pt x="95349" y="165267"/>
                </a:lnTo>
                <a:lnTo>
                  <a:pt x="128331" y="128331"/>
                </a:lnTo>
                <a:lnTo>
                  <a:pt x="165267" y="95349"/>
                </a:lnTo>
                <a:lnTo>
                  <a:pt x="205359" y="66955"/>
                </a:lnTo>
                <a:lnTo>
                  <a:pt x="248178" y="43325"/>
                </a:lnTo>
                <a:lnTo>
                  <a:pt x="293296" y="24636"/>
                </a:lnTo>
                <a:lnTo>
                  <a:pt x="340283" y="11068"/>
                </a:lnTo>
                <a:lnTo>
                  <a:pt x="388710" y="2796"/>
                </a:lnTo>
                <a:lnTo>
                  <a:pt x="438150" y="0"/>
                </a:lnTo>
                <a:lnTo>
                  <a:pt x="3928355" y="0"/>
                </a:lnTo>
                <a:lnTo>
                  <a:pt x="3977794" y="2796"/>
                </a:lnTo>
                <a:lnTo>
                  <a:pt x="4026222" y="11068"/>
                </a:lnTo>
                <a:lnTo>
                  <a:pt x="4073209" y="24636"/>
                </a:lnTo>
                <a:lnTo>
                  <a:pt x="4118326" y="43325"/>
                </a:lnTo>
                <a:lnTo>
                  <a:pt x="4161146" y="66955"/>
                </a:lnTo>
                <a:lnTo>
                  <a:pt x="4201238" y="95349"/>
                </a:lnTo>
                <a:lnTo>
                  <a:pt x="4238174" y="128331"/>
                </a:lnTo>
                <a:lnTo>
                  <a:pt x="4271155" y="165267"/>
                </a:lnTo>
                <a:lnTo>
                  <a:pt x="4299550" y="205359"/>
                </a:lnTo>
                <a:lnTo>
                  <a:pt x="4323180" y="248178"/>
                </a:lnTo>
                <a:lnTo>
                  <a:pt x="4341869" y="293296"/>
                </a:lnTo>
                <a:lnTo>
                  <a:pt x="4355437" y="340283"/>
                </a:lnTo>
                <a:lnTo>
                  <a:pt x="4363709" y="388710"/>
                </a:lnTo>
                <a:lnTo>
                  <a:pt x="4366505" y="438150"/>
                </a:lnTo>
                <a:lnTo>
                  <a:pt x="4366505" y="4179511"/>
                </a:lnTo>
                <a:lnTo>
                  <a:pt x="4363709" y="4228950"/>
                </a:lnTo>
                <a:lnTo>
                  <a:pt x="4355437" y="4277377"/>
                </a:lnTo>
                <a:lnTo>
                  <a:pt x="4341869" y="4324364"/>
                </a:lnTo>
                <a:lnTo>
                  <a:pt x="4323180" y="4369481"/>
                </a:lnTo>
                <a:lnTo>
                  <a:pt x="4299550" y="4412301"/>
                </a:lnTo>
                <a:lnTo>
                  <a:pt x="4271155" y="4452393"/>
                </a:lnTo>
                <a:lnTo>
                  <a:pt x="4238174" y="4489329"/>
                </a:lnTo>
                <a:lnTo>
                  <a:pt x="4201238" y="4522310"/>
                </a:lnTo>
                <a:lnTo>
                  <a:pt x="4161146" y="4550705"/>
                </a:lnTo>
                <a:lnTo>
                  <a:pt x="4118326" y="4574335"/>
                </a:lnTo>
                <a:lnTo>
                  <a:pt x="4073209" y="4593024"/>
                </a:lnTo>
                <a:lnTo>
                  <a:pt x="4026222" y="4606593"/>
                </a:lnTo>
                <a:lnTo>
                  <a:pt x="3977794" y="4614864"/>
                </a:lnTo>
                <a:lnTo>
                  <a:pt x="3928355" y="4617661"/>
                </a:lnTo>
                <a:close/>
              </a:path>
            </a:pathLst>
          </a:custGeom>
          <a:solidFill>
            <a:srgbClr val="2029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751194" y="3094278"/>
            <a:ext cx="4780280" cy="4617720"/>
          </a:xfrm>
          <a:custGeom>
            <a:avLst/>
            <a:gdLst/>
            <a:ahLst/>
            <a:cxnLst/>
            <a:rect l="l" t="t" r="r" b="b"/>
            <a:pathLst>
              <a:path w="4780280" h="4617720">
                <a:moveTo>
                  <a:pt x="4347836" y="4617660"/>
                </a:moveTo>
                <a:lnTo>
                  <a:pt x="438150" y="4617660"/>
                </a:lnTo>
                <a:lnTo>
                  <a:pt x="388711" y="4614863"/>
                </a:lnTo>
                <a:lnTo>
                  <a:pt x="340283" y="4606592"/>
                </a:lnTo>
                <a:lnTo>
                  <a:pt x="293296" y="4593023"/>
                </a:lnTo>
                <a:lnTo>
                  <a:pt x="248179" y="4574335"/>
                </a:lnTo>
                <a:lnTo>
                  <a:pt x="205359" y="4550705"/>
                </a:lnTo>
                <a:lnTo>
                  <a:pt x="165267" y="4522310"/>
                </a:lnTo>
                <a:lnTo>
                  <a:pt x="128331" y="4489329"/>
                </a:lnTo>
                <a:lnTo>
                  <a:pt x="95350" y="4452393"/>
                </a:lnTo>
                <a:lnTo>
                  <a:pt x="66955" y="4412301"/>
                </a:lnTo>
                <a:lnTo>
                  <a:pt x="43325" y="4369481"/>
                </a:lnTo>
                <a:lnTo>
                  <a:pt x="24637" y="4324364"/>
                </a:lnTo>
                <a:lnTo>
                  <a:pt x="11068" y="4277377"/>
                </a:lnTo>
                <a:lnTo>
                  <a:pt x="2796" y="4228949"/>
                </a:lnTo>
                <a:lnTo>
                  <a:pt x="0" y="4179510"/>
                </a:lnTo>
                <a:lnTo>
                  <a:pt x="0" y="438150"/>
                </a:lnTo>
                <a:lnTo>
                  <a:pt x="2796" y="388710"/>
                </a:lnTo>
                <a:lnTo>
                  <a:pt x="11068" y="340283"/>
                </a:lnTo>
                <a:lnTo>
                  <a:pt x="24637" y="293296"/>
                </a:lnTo>
                <a:lnTo>
                  <a:pt x="43325" y="248179"/>
                </a:lnTo>
                <a:lnTo>
                  <a:pt x="66955" y="205359"/>
                </a:lnTo>
                <a:lnTo>
                  <a:pt x="95350" y="165267"/>
                </a:lnTo>
                <a:lnTo>
                  <a:pt x="128331" y="128331"/>
                </a:lnTo>
                <a:lnTo>
                  <a:pt x="165267" y="95349"/>
                </a:lnTo>
                <a:lnTo>
                  <a:pt x="205359" y="66955"/>
                </a:lnTo>
                <a:lnTo>
                  <a:pt x="248179" y="43325"/>
                </a:lnTo>
                <a:lnTo>
                  <a:pt x="293296" y="24636"/>
                </a:lnTo>
                <a:lnTo>
                  <a:pt x="340283" y="11068"/>
                </a:lnTo>
                <a:lnTo>
                  <a:pt x="388711" y="2796"/>
                </a:lnTo>
                <a:lnTo>
                  <a:pt x="438150" y="0"/>
                </a:lnTo>
                <a:lnTo>
                  <a:pt x="4347836" y="0"/>
                </a:lnTo>
                <a:lnTo>
                  <a:pt x="4397274" y="2796"/>
                </a:lnTo>
                <a:lnTo>
                  <a:pt x="4445701" y="11068"/>
                </a:lnTo>
                <a:lnTo>
                  <a:pt x="4492688" y="24636"/>
                </a:lnTo>
                <a:lnTo>
                  <a:pt x="4537806" y="43325"/>
                </a:lnTo>
                <a:lnTo>
                  <a:pt x="4580625" y="66955"/>
                </a:lnTo>
                <a:lnTo>
                  <a:pt x="4620718" y="95349"/>
                </a:lnTo>
                <a:lnTo>
                  <a:pt x="4657654" y="128331"/>
                </a:lnTo>
                <a:lnTo>
                  <a:pt x="4690635" y="165267"/>
                </a:lnTo>
                <a:lnTo>
                  <a:pt x="4719029" y="205359"/>
                </a:lnTo>
                <a:lnTo>
                  <a:pt x="4742659" y="248179"/>
                </a:lnTo>
                <a:lnTo>
                  <a:pt x="4761347" y="293296"/>
                </a:lnTo>
                <a:lnTo>
                  <a:pt x="4774916" y="340283"/>
                </a:lnTo>
                <a:lnTo>
                  <a:pt x="4780000" y="370047"/>
                </a:lnTo>
                <a:lnTo>
                  <a:pt x="4780000" y="4247612"/>
                </a:lnTo>
                <a:lnTo>
                  <a:pt x="4761347" y="4324364"/>
                </a:lnTo>
                <a:lnTo>
                  <a:pt x="4742659" y="4369481"/>
                </a:lnTo>
                <a:lnTo>
                  <a:pt x="4719029" y="4412301"/>
                </a:lnTo>
                <a:lnTo>
                  <a:pt x="4690635" y="4452393"/>
                </a:lnTo>
                <a:lnTo>
                  <a:pt x="4657654" y="4489329"/>
                </a:lnTo>
                <a:lnTo>
                  <a:pt x="4620718" y="4522310"/>
                </a:lnTo>
                <a:lnTo>
                  <a:pt x="4580625" y="4550705"/>
                </a:lnTo>
                <a:lnTo>
                  <a:pt x="4537806" y="4574335"/>
                </a:lnTo>
                <a:lnTo>
                  <a:pt x="4492688" y="4593023"/>
                </a:lnTo>
                <a:lnTo>
                  <a:pt x="4445701" y="4606592"/>
                </a:lnTo>
                <a:lnTo>
                  <a:pt x="4397274" y="4614863"/>
                </a:lnTo>
                <a:lnTo>
                  <a:pt x="4347836" y="4617660"/>
                </a:lnTo>
                <a:close/>
              </a:path>
            </a:pathLst>
          </a:custGeom>
          <a:solidFill>
            <a:srgbClr val="2029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6481055" y="3094278"/>
            <a:ext cx="4545330" cy="4616450"/>
            <a:chOff x="6481055" y="3094278"/>
            <a:chExt cx="4545330" cy="4616450"/>
          </a:xfrm>
        </p:grpSpPr>
        <p:sp>
          <p:nvSpPr>
            <p:cNvPr id="18" name="object 18" descr=""/>
            <p:cNvSpPr/>
            <p:nvPr/>
          </p:nvSpPr>
          <p:spPr>
            <a:xfrm>
              <a:off x="6481055" y="3094278"/>
              <a:ext cx="4545330" cy="4616450"/>
            </a:xfrm>
            <a:custGeom>
              <a:avLst/>
              <a:gdLst/>
              <a:ahLst/>
              <a:cxnLst/>
              <a:rect l="l" t="t" r="r" b="b"/>
              <a:pathLst>
                <a:path w="4545330" h="4616450">
                  <a:moveTo>
                    <a:pt x="4134389" y="4616108"/>
                  </a:moveTo>
                  <a:lnTo>
                    <a:pt x="410702" y="4616108"/>
                  </a:lnTo>
                  <a:lnTo>
                    <a:pt x="388711" y="4614864"/>
                  </a:lnTo>
                  <a:lnTo>
                    <a:pt x="340283" y="4606593"/>
                  </a:lnTo>
                  <a:lnTo>
                    <a:pt x="293296" y="4593024"/>
                  </a:lnTo>
                  <a:lnTo>
                    <a:pt x="248179" y="4574335"/>
                  </a:lnTo>
                  <a:lnTo>
                    <a:pt x="205359" y="4550705"/>
                  </a:lnTo>
                  <a:lnTo>
                    <a:pt x="165267" y="4522310"/>
                  </a:lnTo>
                  <a:lnTo>
                    <a:pt x="128331" y="4489329"/>
                  </a:lnTo>
                  <a:lnTo>
                    <a:pt x="95350" y="4452393"/>
                  </a:lnTo>
                  <a:lnTo>
                    <a:pt x="66955" y="4412301"/>
                  </a:lnTo>
                  <a:lnTo>
                    <a:pt x="43325" y="4369481"/>
                  </a:lnTo>
                  <a:lnTo>
                    <a:pt x="24636" y="4324364"/>
                  </a:lnTo>
                  <a:lnTo>
                    <a:pt x="11068" y="4277377"/>
                  </a:lnTo>
                  <a:lnTo>
                    <a:pt x="2796" y="4228950"/>
                  </a:lnTo>
                  <a:lnTo>
                    <a:pt x="0" y="4179511"/>
                  </a:lnTo>
                  <a:lnTo>
                    <a:pt x="0" y="438150"/>
                  </a:lnTo>
                  <a:lnTo>
                    <a:pt x="2796" y="388710"/>
                  </a:lnTo>
                  <a:lnTo>
                    <a:pt x="11068" y="340283"/>
                  </a:lnTo>
                  <a:lnTo>
                    <a:pt x="24636" y="293296"/>
                  </a:lnTo>
                  <a:lnTo>
                    <a:pt x="43325" y="248179"/>
                  </a:lnTo>
                  <a:lnTo>
                    <a:pt x="66955" y="205359"/>
                  </a:lnTo>
                  <a:lnTo>
                    <a:pt x="95350" y="165267"/>
                  </a:lnTo>
                  <a:lnTo>
                    <a:pt x="128331" y="128331"/>
                  </a:lnTo>
                  <a:lnTo>
                    <a:pt x="165267" y="95349"/>
                  </a:lnTo>
                  <a:lnTo>
                    <a:pt x="205359" y="66955"/>
                  </a:lnTo>
                  <a:lnTo>
                    <a:pt x="248179" y="43325"/>
                  </a:lnTo>
                  <a:lnTo>
                    <a:pt x="293296" y="24636"/>
                  </a:lnTo>
                  <a:lnTo>
                    <a:pt x="340283" y="11068"/>
                  </a:lnTo>
                  <a:lnTo>
                    <a:pt x="388711" y="2796"/>
                  </a:lnTo>
                  <a:lnTo>
                    <a:pt x="438150" y="0"/>
                  </a:lnTo>
                  <a:lnTo>
                    <a:pt x="4106941" y="0"/>
                  </a:lnTo>
                  <a:lnTo>
                    <a:pt x="4156380" y="2796"/>
                  </a:lnTo>
                  <a:lnTo>
                    <a:pt x="4204808" y="11068"/>
                  </a:lnTo>
                  <a:lnTo>
                    <a:pt x="4251795" y="24636"/>
                  </a:lnTo>
                  <a:lnTo>
                    <a:pt x="4296912" y="43325"/>
                  </a:lnTo>
                  <a:lnTo>
                    <a:pt x="4339732" y="66955"/>
                  </a:lnTo>
                  <a:lnTo>
                    <a:pt x="4379824" y="95349"/>
                  </a:lnTo>
                  <a:lnTo>
                    <a:pt x="4416760" y="128331"/>
                  </a:lnTo>
                  <a:lnTo>
                    <a:pt x="4449741" y="165267"/>
                  </a:lnTo>
                  <a:lnTo>
                    <a:pt x="4478136" y="205359"/>
                  </a:lnTo>
                  <a:lnTo>
                    <a:pt x="4501766" y="248179"/>
                  </a:lnTo>
                  <a:lnTo>
                    <a:pt x="4520454" y="293296"/>
                  </a:lnTo>
                  <a:lnTo>
                    <a:pt x="4534023" y="340283"/>
                  </a:lnTo>
                  <a:lnTo>
                    <a:pt x="4542295" y="388710"/>
                  </a:lnTo>
                  <a:lnTo>
                    <a:pt x="4545091" y="438150"/>
                  </a:lnTo>
                  <a:lnTo>
                    <a:pt x="4545091" y="4179511"/>
                  </a:lnTo>
                  <a:lnTo>
                    <a:pt x="4542295" y="4228950"/>
                  </a:lnTo>
                  <a:lnTo>
                    <a:pt x="4534023" y="4277377"/>
                  </a:lnTo>
                  <a:lnTo>
                    <a:pt x="4520454" y="4324364"/>
                  </a:lnTo>
                  <a:lnTo>
                    <a:pt x="4501766" y="4369481"/>
                  </a:lnTo>
                  <a:lnTo>
                    <a:pt x="4478136" y="4412301"/>
                  </a:lnTo>
                  <a:lnTo>
                    <a:pt x="4449741" y="4452393"/>
                  </a:lnTo>
                  <a:lnTo>
                    <a:pt x="4416760" y="4489329"/>
                  </a:lnTo>
                  <a:lnTo>
                    <a:pt x="4379824" y="4522310"/>
                  </a:lnTo>
                  <a:lnTo>
                    <a:pt x="4339732" y="4550705"/>
                  </a:lnTo>
                  <a:lnTo>
                    <a:pt x="4296912" y="4574335"/>
                  </a:lnTo>
                  <a:lnTo>
                    <a:pt x="4251795" y="4593024"/>
                  </a:lnTo>
                  <a:lnTo>
                    <a:pt x="4204808" y="4606593"/>
                  </a:lnTo>
                  <a:lnTo>
                    <a:pt x="4156380" y="4614864"/>
                  </a:lnTo>
                  <a:lnTo>
                    <a:pt x="4134389" y="4616108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3125" y="4692586"/>
              <a:ext cx="76200" cy="7619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3125" y="5435536"/>
              <a:ext cx="76200" cy="7619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3125" y="5807011"/>
              <a:ext cx="76200" cy="7619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3125" y="6549961"/>
              <a:ext cx="76200" cy="7619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3125" y="6921436"/>
              <a:ext cx="76200" cy="7619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2833002" y="3532720"/>
            <a:ext cx="168402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40" b="1">
                <a:solidFill>
                  <a:srgbClr val="F9FAFF"/>
                </a:solidFill>
                <a:latin typeface="Tahoma"/>
                <a:cs typeface="Tahoma"/>
              </a:rPr>
              <a:t>ADMIN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930737" y="3532720"/>
            <a:ext cx="239077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95" b="1">
                <a:solidFill>
                  <a:srgbClr val="F9FAFF"/>
                </a:solidFill>
                <a:latin typeface="Tahoma"/>
                <a:cs typeface="Tahoma"/>
              </a:rPr>
              <a:t>EMPLOYÉ</a:t>
            </a:r>
            <a:endParaRPr sz="3700">
              <a:latin typeface="Tahoma"/>
              <a:cs typeface="Tahom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118379" y="4699380"/>
            <a:ext cx="76200" cy="1247775"/>
            <a:chOff x="2118379" y="4699380"/>
            <a:chExt cx="76200" cy="1247775"/>
          </a:xfrm>
        </p:grpSpPr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379" y="4699380"/>
              <a:ext cx="76200" cy="7619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379" y="5089905"/>
              <a:ext cx="76200" cy="7619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379" y="5870955"/>
              <a:ext cx="76200" cy="7619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2325349" y="4458709"/>
            <a:ext cx="3039745" cy="158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4900"/>
              </a:lnSpc>
              <a:spcBef>
                <a:spcPts val="100"/>
              </a:spcBef>
            </a:pPr>
            <a:r>
              <a:rPr dirty="0" sz="1900" spc="60" b="1">
                <a:solidFill>
                  <a:srgbClr val="F9FAFF"/>
                </a:solidFill>
                <a:latin typeface="Trebuchet MS"/>
                <a:cs typeface="Trebuchet MS"/>
              </a:rPr>
              <a:t>GÉRER</a:t>
            </a:r>
            <a:r>
              <a:rPr dirty="0" sz="1900" spc="-11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85" b="1">
                <a:solidFill>
                  <a:srgbClr val="F9FAFF"/>
                </a:solidFill>
                <a:latin typeface="Trebuchet MS"/>
                <a:cs typeface="Trebuchet MS"/>
              </a:rPr>
              <a:t>LES</a:t>
            </a:r>
            <a:r>
              <a:rPr dirty="0" sz="1900" spc="-10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9FAFF"/>
                </a:solidFill>
                <a:latin typeface="Trebuchet MS"/>
                <a:cs typeface="Trebuchet MS"/>
              </a:rPr>
              <a:t>UTILISATEURS </a:t>
            </a:r>
            <a:r>
              <a:rPr dirty="0" sz="1900" spc="90" b="1">
                <a:solidFill>
                  <a:srgbClr val="F9FAFF"/>
                </a:solidFill>
                <a:latin typeface="Trebuchet MS"/>
                <a:cs typeface="Trebuchet MS"/>
              </a:rPr>
              <a:t>CONSULTER</a:t>
            </a:r>
            <a:r>
              <a:rPr dirty="0" sz="1900" spc="-114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50" b="1">
                <a:solidFill>
                  <a:srgbClr val="F9FAFF"/>
                </a:solidFill>
                <a:latin typeface="Trebuchet MS"/>
                <a:cs typeface="Trebuchet MS"/>
              </a:rPr>
              <a:t>LE</a:t>
            </a:r>
            <a:r>
              <a:rPr dirty="0" sz="1900" spc="-114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9FAFF"/>
                </a:solidFill>
                <a:latin typeface="Trebuchet MS"/>
                <a:cs typeface="Trebuchet MS"/>
              </a:rPr>
              <a:t>TABLEAU </a:t>
            </a:r>
            <a:r>
              <a:rPr dirty="0" sz="1900" spc="120" b="1">
                <a:solidFill>
                  <a:srgbClr val="F9FAFF"/>
                </a:solidFill>
                <a:latin typeface="Trebuchet MS"/>
                <a:cs typeface="Trebuchet MS"/>
              </a:rPr>
              <a:t>DE</a:t>
            </a:r>
            <a:r>
              <a:rPr dirty="0" sz="1900" spc="-204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85" b="1">
                <a:solidFill>
                  <a:srgbClr val="F9FAFF"/>
                </a:solidFill>
                <a:latin typeface="Trebuchet MS"/>
                <a:cs typeface="Trebuchet MS"/>
              </a:rPr>
              <a:t>BORD</a:t>
            </a:r>
            <a:endParaRPr sz="19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795"/>
              </a:spcBef>
            </a:pPr>
            <a:r>
              <a:rPr dirty="0" sz="1900" spc="80" b="1">
                <a:solidFill>
                  <a:srgbClr val="F9FAFF"/>
                </a:solidFill>
                <a:latin typeface="Trebuchet MS"/>
                <a:cs typeface="Trebuchet MS"/>
              </a:rPr>
              <a:t>GÉRER</a:t>
            </a:r>
            <a:r>
              <a:rPr dirty="0" sz="1900" spc="-20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9FAFF"/>
                </a:solidFill>
                <a:latin typeface="Trebuchet MS"/>
                <a:cs typeface="Trebuchet MS"/>
              </a:rPr>
              <a:t>L’ARCHIVE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2305038" y="4699380"/>
            <a:ext cx="76200" cy="1638300"/>
            <a:chOff x="12305038" y="4699380"/>
            <a:chExt cx="76200" cy="1638300"/>
          </a:xfrm>
        </p:grpSpPr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05038" y="4699380"/>
              <a:ext cx="76200" cy="7619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05038" y="5089905"/>
              <a:ext cx="76200" cy="7619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05038" y="5480430"/>
              <a:ext cx="76200" cy="7619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05038" y="5870955"/>
              <a:ext cx="76200" cy="7619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05038" y="6261480"/>
              <a:ext cx="76200" cy="76199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12512008" y="4458709"/>
            <a:ext cx="3388360" cy="1978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900"/>
              </a:lnSpc>
              <a:spcBef>
                <a:spcPts val="100"/>
              </a:spcBef>
            </a:pPr>
            <a:r>
              <a:rPr dirty="0" sz="1900" spc="80" b="1">
                <a:solidFill>
                  <a:srgbClr val="F9FAFF"/>
                </a:solidFill>
                <a:latin typeface="Trebuchet MS"/>
                <a:cs typeface="Trebuchet MS"/>
              </a:rPr>
              <a:t>GÉRER</a:t>
            </a:r>
            <a:r>
              <a:rPr dirty="0" sz="1900" spc="-204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114" b="1">
                <a:solidFill>
                  <a:srgbClr val="F9FAFF"/>
                </a:solidFill>
                <a:latin typeface="Trebuchet MS"/>
                <a:cs typeface="Trebuchet MS"/>
              </a:rPr>
              <a:t>LES</a:t>
            </a:r>
            <a:r>
              <a:rPr dirty="0" sz="1900" spc="-20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105" b="1">
                <a:solidFill>
                  <a:srgbClr val="F9FAFF"/>
                </a:solidFill>
                <a:latin typeface="Trebuchet MS"/>
                <a:cs typeface="Trebuchet MS"/>
              </a:rPr>
              <a:t>PROBLÈMES </a:t>
            </a:r>
            <a:r>
              <a:rPr dirty="0" sz="1900" spc="80" b="1">
                <a:solidFill>
                  <a:srgbClr val="F9FAFF"/>
                </a:solidFill>
                <a:latin typeface="Trebuchet MS"/>
                <a:cs typeface="Trebuchet MS"/>
              </a:rPr>
              <a:t>GÉRER</a:t>
            </a:r>
            <a:r>
              <a:rPr dirty="0" sz="1900" spc="-204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114" b="1">
                <a:solidFill>
                  <a:srgbClr val="F9FAFF"/>
                </a:solidFill>
                <a:latin typeface="Trebuchet MS"/>
                <a:cs typeface="Trebuchet MS"/>
              </a:rPr>
              <a:t>LES</a:t>
            </a:r>
            <a:r>
              <a:rPr dirty="0" sz="1900" spc="-20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100" b="1">
                <a:solidFill>
                  <a:srgbClr val="F9FAFF"/>
                </a:solidFill>
                <a:latin typeface="Trebuchet MS"/>
                <a:cs typeface="Trebuchet MS"/>
              </a:rPr>
              <a:t>INCIDENTS </a:t>
            </a:r>
            <a:r>
              <a:rPr dirty="0" sz="1900" spc="80" b="1">
                <a:solidFill>
                  <a:srgbClr val="F9FAFF"/>
                </a:solidFill>
                <a:latin typeface="Trebuchet MS"/>
                <a:cs typeface="Trebuchet MS"/>
              </a:rPr>
              <a:t>GÉRER</a:t>
            </a:r>
            <a:r>
              <a:rPr dirty="0" sz="1900" spc="-204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114" b="1">
                <a:solidFill>
                  <a:srgbClr val="F9FAFF"/>
                </a:solidFill>
                <a:latin typeface="Trebuchet MS"/>
                <a:cs typeface="Trebuchet MS"/>
              </a:rPr>
              <a:t>LES</a:t>
            </a:r>
            <a:r>
              <a:rPr dirty="0" sz="1900" spc="-20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120" b="1">
                <a:solidFill>
                  <a:srgbClr val="F9FAFF"/>
                </a:solidFill>
                <a:latin typeface="Trebuchet MS"/>
                <a:cs typeface="Trebuchet MS"/>
              </a:rPr>
              <a:t>CHANGEMENTS </a:t>
            </a:r>
            <a:r>
              <a:rPr dirty="0" sz="1900" spc="60" b="1">
                <a:solidFill>
                  <a:srgbClr val="F9FAFF"/>
                </a:solidFill>
                <a:latin typeface="Trebuchet MS"/>
                <a:cs typeface="Trebuchet MS"/>
              </a:rPr>
              <a:t>NOTIFIER</a:t>
            </a:r>
            <a:r>
              <a:rPr dirty="0" sz="1900" spc="-20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135" b="1">
                <a:solidFill>
                  <a:srgbClr val="F9FAFF"/>
                </a:solidFill>
                <a:latin typeface="Trebuchet MS"/>
                <a:cs typeface="Trebuchet MS"/>
              </a:rPr>
              <a:t>DES</a:t>
            </a:r>
            <a:r>
              <a:rPr dirty="0" sz="1900" spc="-19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9FAFF"/>
                </a:solidFill>
                <a:latin typeface="Trebuchet MS"/>
                <a:cs typeface="Trebuchet MS"/>
              </a:rPr>
              <a:t>UTILISATEURS </a:t>
            </a:r>
            <a:r>
              <a:rPr dirty="0" sz="1900" spc="80" b="1">
                <a:solidFill>
                  <a:srgbClr val="F9FAFF"/>
                </a:solidFill>
                <a:latin typeface="Trebuchet MS"/>
                <a:cs typeface="Trebuchet MS"/>
              </a:rPr>
              <a:t>GÉRER</a:t>
            </a:r>
            <a:r>
              <a:rPr dirty="0" sz="1900" spc="-20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9FAFF"/>
                </a:solidFill>
                <a:latin typeface="Trebuchet MS"/>
                <a:cs typeface="Trebuchet MS"/>
              </a:rPr>
              <a:t>L’ARCHIVE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solidFill>
                  <a:srgbClr val="FFFFFF"/>
                </a:solidFill>
              </a:rPr>
              <a:t>1</a:t>
            </a:r>
            <a:r>
              <a:rPr dirty="0" spc="-365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object 38" descr=""/>
          <p:cNvSpPr txBox="1"/>
          <p:nvPr/>
        </p:nvSpPr>
        <p:spPr>
          <a:xfrm>
            <a:off x="7188041" y="3532720"/>
            <a:ext cx="3456304" cy="3552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dirty="0" sz="3700" spc="90" b="1">
                <a:solidFill>
                  <a:srgbClr val="F9FAFF"/>
                </a:solidFill>
                <a:latin typeface="Tahoma"/>
                <a:cs typeface="Tahoma"/>
              </a:rPr>
              <a:t>MANAGER</a:t>
            </a:r>
            <a:endParaRPr sz="3700">
              <a:latin typeface="Tahoma"/>
              <a:cs typeface="Tahoma"/>
            </a:endParaRPr>
          </a:p>
          <a:p>
            <a:pPr marL="12700" marR="291465">
              <a:lnSpc>
                <a:spcPct val="135400"/>
              </a:lnSpc>
              <a:spcBef>
                <a:spcPts val="2850"/>
              </a:spcBef>
            </a:pPr>
            <a:r>
              <a:rPr dirty="0" sz="1800" spc="100" b="1">
                <a:solidFill>
                  <a:srgbClr val="F9FAFF"/>
                </a:solidFill>
                <a:latin typeface="Trebuchet MS"/>
                <a:cs typeface="Trebuchet MS"/>
              </a:rPr>
              <a:t>CONSULTER</a:t>
            </a:r>
            <a:r>
              <a:rPr dirty="0" sz="1800" spc="-18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80" b="1">
                <a:solidFill>
                  <a:srgbClr val="F9FAFF"/>
                </a:solidFill>
                <a:latin typeface="Trebuchet MS"/>
                <a:cs typeface="Trebuchet MS"/>
              </a:rPr>
              <a:t>LE</a:t>
            </a:r>
            <a:r>
              <a:rPr dirty="0" sz="1800" spc="-17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60" b="1">
                <a:solidFill>
                  <a:srgbClr val="F9FAFF"/>
                </a:solidFill>
                <a:latin typeface="Trebuchet MS"/>
                <a:cs typeface="Trebuchet MS"/>
              </a:rPr>
              <a:t>TABLEAU</a:t>
            </a:r>
            <a:r>
              <a:rPr dirty="0" sz="1800" spc="-17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90" b="1">
                <a:solidFill>
                  <a:srgbClr val="F9FAFF"/>
                </a:solidFill>
                <a:latin typeface="Trebuchet MS"/>
                <a:cs typeface="Trebuchet MS"/>
              </a:rPr>
              <a:t>DE BORD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35400"/>
              </a:lnSpc>
            </a:pPr>
            <a:r>
              <a:rPr dirty="0" sz="1800" spc="70" b="1">
                <a:solidFill>
                  <a:srgbClr val="F9FAFF"/>
                </a:solidFill>
                <a:latin typeface="Trebuchet MS"/>
                <a:cs typeface="Trebuchet MS"/>
              </a:rPr>
              <a:t>APPROUVER</a:t>
            </a:r>
            <a:r>
              <a:rPr dirty="0" sz="1800" spc="-17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100" b="1">
                <a:solidFill>
                  <a:srgbClr val="F9FAFF"/>
                </a:solidFill>
                <a:latin typeface="Trebuchet MS"/>
                <a:cs typeface="Trebuchet MS"/>
              </a:rPr>
              <a:t>UN</a:t>
            </a:r>
            <a:r>
              <a:rPr dirty="0" sz="1800" spc="-17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114" b="1">
                <a:solidFill>
                  <a:srgbClr val="F9FAFF"/>
                </a:solidFill>
                <a:latin typeface="Trebuchet MS"/>
                <a:cs typeface="Trebuchet MS"/>
              </a:rPr>
              <a:t>CHANGEMENT </a:t>
            </a:r>
            <a:r>
              <a:rPr dirty="0" sz="1800" spc="105" b="1">
                <a:solidFill>
                  <a:srgbClr val="F9FAFF"/>
                </a:solidFill>
                <a:latin typeface="Trebuchet MS"/>
                <a:cs typeface="Trebuchet MS"/>
              </a:rPr>
              <a:t>ASSIGNER</a:t>
            </a:r>
            <a:r>
              <a:rPr dirty="0" sz="1800" spc="-18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100" b="1">
                <a:solidFill>
                  <a:srgbClr val="F9FAFF"/>
                </a:solidFill>
                <a:latin typeface="Trebuchet MS"/>
                <a:cs typeface="Trebuchet MS"/>
              </a:rPr>
              <a:t>UN</a:t>
            </a:r>
            <a:r>
              <a:rPr dirty="0" sz="1800" spc="-18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105" b="1">
                <a:solidFill>
                  <a:srgbClr val="F9FAFF"/>
                </a:solidFill>
                <a:latin typeface="Trebuchet MS"/>
                <a:cs typeface="Trebuchet MS"/>
              </a:rPr>
              <a:t>PROBLÈME</a:t>
            </a:r>
            <a:r>
              <a:rPr dirty="0" sz="1800" spc="-180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9FAFF"/>
                </a:solidFill>
                <a:latin typeface="Trebuchet MS"/>
                <a:cs typeface="Trebuchet MS"/>
              </a:rPr>
              <a:t>OU </a:t>
            </a:r>
            <a:r>
              <a:rPr dirty="0" sz="1800" spc="100" b="1">
                <a:solidFill>
                  <a:srgbClr val="F9FAFF"/>
                </a:solidFill>
                <a:latin typeface="Trebuchet MS"/>
                <a:cs typeface="Trebuchet MS"/>
              </a:rPr>
              <a:t>UN</a:t>
            </a:r>
            <a:r>
              <a:rPr dirty="0" sz="1800" spc="-19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90" b="1">
                <a:solidFill>
                  <a:srgbClr val="F9FAFF"/>
                </a:solidFill>
                <a:latin typeface="Trebuchet MS"/>
                <a:cs typeface="Trebuchet MS"/>
              </a:rPr>
              <a:t>INCIDENT</a:t>
            </a:r>
            <a:endParaRPr sz="1800">
              <a:latin typeface="Trebuchet MS"/>
              <a:cs typeface="Trebuchet MS"/>
            </a:endParaRPr>
          </a:p>
          <a:p>
            <a:pPr marL="12700" marR="248920">
              <a:lnSpc>
                <a:spcPct val="135400"/>
              </a:lnSpc>
            </a:pPr>
            <a:r>
              <a:rPr dirty="0" sz="1800" spc="60" b="1">
                <a:solidFill>
                  <a:srgbClr val="F9FAFF"/>
                </a:solidFill>
                <a:latin typeface="Trebuchet MS"/>
                <a:cs typeface="Trebuchet MS"/>
              </a:rPr>
              <a:t>NOTIFIER</a:t>
            </a:r>
            <a:r>
              <a:rPr dirty="0" sz="1800" spc="-17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130" b="1">
                <a:solidFill>
                  <a:srgbClr val="F9FAFF"/>
                </a:solidFill>
                <a:latin typeface="Trebuchet MS"/>
                <a:cs typeface="Trebuchet MS"/>
              </a:rPr>
              <a:t>DES</a:t>
            </a:r>
            <a:r>
              <a:rPr dirty="0" sz="1800" spc="-17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55" b="1">
                <a:solidFill>
                  <a:srgbClr val="F9FAFF"/>
                </a:solidFill>
                <a:latin typeface="Trebuchet MS"/>
                <a:cs typeface="Trebuchet MS"/>
              </a:rPr>
              <a:t>UTILISATEURS </a:t>
            </a:r>
            <a:r>
              <a:rPr dirty="0" sz="1800" spc="85" b="1">
                <a:solidFill>
                  <a:srgbClr val="F9FAFF"/>
                </a:solidFill>
                <a:latin typeface="Trebuchet MS"/>
                <a:cs typeface="Trebuchet MS"/>
              </a:rPr>
              <a:t>GÉRER</a:t>
            </a:r>
            <a:r>
              <a:rPr dirty="0" sz="1800" spc="-195" b="1">
                <a:solidFill>
                  <a:srgbClr val="F9FAFF"/>
                </a:solidFill>
                <a:latin typeface="Trebuchet MS"/>
                <a:cs typeface="Trebuchet MS"/>
              </a:rPr>
              <a:t> </a:t>
            </a:r>
            <a:r>
              <a:rPr dirty="0" sz="1800" spc="55" b="1">
                <a:solidFill>
                  <a:srgbClr val="F9FAFF"/>
                </a:solidFill>
                <a:latin typeface="Trebuchet MS"/>
                <a:cs typeface="Trebuchet MS"/>
              </a:rPr>
              <a:t>L’ARCHIVE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dirty="0" spc="-545"/>
              <a:t> </a:t>
            </a:r>
            <a:r>
              <a:rPr dirty="0" spc="-215"/>
              <a:t>B</a:t>
            </a:r>
            <a:r>
              <a:rPr dirty="0" spc="-204"/>
              <a:t>E</a:t>
            </a:r>
            <a:r>
              <a:rPr dirty="0" spc="-180"/>
              <a:t>S</a:t>
            </a:r>
            <a:r>
              <a:rPr dirty="0" spc="-220"/>
              <a:t>O</a:t>
            </a:r>
            <a:r>
              <a:rPr dirty="0" spc="-430"/>
              <a:t>I</a:t>
            </a:r>
            <a:r>
              <a:rPr dirty="0" spc="-220"/>
              <a:t>N</a:t>
            </a:r>
            <a:r>
              <a:rPr dirty="0" spc="105"/>
              <a:t>S</a:t>
            </a:r>
            <a:r>
              <a:rPr dirty="0" spc="-545"/>
              <a:t> </a:t>
            </a:r>
            <a:r>
              <a:rPr dirty="0" spc="-125"/>
              <a:t>NON</a:t>
            </a:r>
            <a:r>
              <a:rPr dirty="0" spc="-540"/>
              <a:t> </a:t>
            </a:r>
            <a:r>
              <a:rPr dirty="0" spc="-140"/>
              <a:t>F</a:t>
            </a:r>
            <a:r>
              <a:rPr dirty="0" spc="-160"/>
              <a:t>ON</a:t>
            </a:r>
            <a:r>
              <a:rPr dirty="0" spc="-125"/>
              <a:t>C</a:t>
            </a:r>
            <a:r>
              <a:rPr dirty="0" spc="-130"/>
              <a:t>T</a:t>
            </a:r>
            <a:r>
              <a:rPr dirty="0" spc="-370"/>
              <a:t>I</a:t>
            </a:r>
            <a:r>
              <a:rPr dirty="0" spc="-160"/>
              <a:t>ONN</a:t>
            </a:r>
            <a:r>
              <a:rPr dirty="0" spc="-145"/>
              <a:t>E</a:t>
            </a:r>
            <a:r>
              <a:rPr dirty="0" spc="-160"/>
              <a:t>L</a:t>
            </a:r>
            <a:r>
              <a:rPr dirty="0" spc="165"/>
              <a:t>S</a:t>
            </a:r>
          </a:p>
        </p:txBody>
      </p:sp>
      <p:sp>
        <p:nvSpPr>
          <p:cNvPr id="12" name="object 12" descr=""/>
          <p:cNvSpPr/>
          <p:nvPr/>
        </p:nvSpPr>
        <p:spPr>
          <a:xfrm>
            <a:off x="12006701" y="8727007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79" y="0"/>
                </a:moveTo>
                <a:lnTo>
                  <a:pt x="0" y="771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1990939" y="8917128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63" y="0"/>
                </a:moveTo>
                <a:lnTo>
                  <a:pt x="0" y="114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1983801" y="9121476"/>
            <a:ext cx="161290" cy="1165860"/>
          </a:xfrm>
          <a:custGeom>
            <a:avLst/>
            <a:gdLst/>
            <a:ahLst/>
            <a:cxnLst/>
            <a:rect l="l" t="t" r="r" b="b"/>
            <a:pathLst>
              <a:path w="161290" h="1165859">
                <a:moveTo>
                  <a:pt x="208" y="0"/>
                </a:moveTo>
                <a:lnTo>
                  <a:pt x="0" y="36661"/>
                </a:lnTo>
                <a:lnTo>
                  <a:pt x="8" y="38100"/>
                </a:lnTo>
                <a:lnTo>
                  <a:pt x="258" y="85146"/>
                </a:lnTo>
                <a:lnTo>
                  <a:pt x="326" y="88899"/>
                </a:lnTo>
                <a:lnTo>
                  <a:pt x="1037" y="133495"/>
                </a:lnTo>
                <a:lnTo>
                  <a:pt x="1234" y="139697"/>
                </a:lnTo>
                <a:lnTo>
                  <a:pt x="2563" y="181700"/>
                </a:lnTo>
                <a:lnTo>
                  <a:pt x="4554" y="229763"/>
                </a:lnTo>
                <a:lnTo>
                  <a:pt x="6992" y="277686"/>
                </a:lnTo>
                <a:lnTo>
                  <a:pt x="7108" y="279400"/>
                </a:lnTo>
                <a:lnTo>
                  <a:pt x="10218" y="325444"/>
                </a:lnTo>
                <a:lnTo>
                  <a:pt x="13885" y="373056"/>
                </a:lnTo>
                <a:lnTo>
                  <a:pt x="18104" y="420511"/>
                </a:lnTo>
                <a:lnTo>
                  <a:pt x="22872" y="467806"/>
                </a:lnTo>
                <a:lnTo>
                  <a:pt x="28185" y="514939"/>
                </a:lnTo>
                <a:lnTo>
                  <a:pt x="34041" y="561905"/>
                </a:lnTo>
                <a:lnTo>
                  <a:pt x="40436" y="608701"/>
                </a:lnTo>
                <a:lnTo>
                  <a:pt x="47367" y="655324"/>
                </a:lnTo>
                <a:lnTo>
                  <a:pt x="54831" y="701772"/>
                </a:lnTo>
                <a:lnTo>
                  <a:pt x="62825" y="748040"/>
                </a:lnTo>
                <a:lnTo>
                  <a:pt x="71344" y="794126"/>
                </a:lnTo>
                <a:lnTo>
                  <a:pt x="80387" y="840026"/>
                </a:lnTo>
                <a:lnTo>
                  <a:pt x="89950" y="885738"/>
                </a:lnTo>
                <a:lnTo>
                  <a:pt x="100030" y="931257"/>
                </a:lnTo>
                <a:lnTo>
                  <a:pt x="110623" y="976581"/>
                </a:lnTo>
                <a:lnTo>
                  <a:pt x="121727" y="1021707"/>
                </a:lnTo>
                <a:lnTo>
                  <a:pt x="133290" y="1066645"/>
                </a:lnTo>
                <a:lnTo>
                  <a:pt x="145452" y="1111350"/>
                </a:lnTo>
                <a:lnTo>
                  <a:pt x="158067" y="1155861"/>
                </a:lnTo>
                <a:lnTo>
                  <a:pt x="160927" y="1165523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028700" y="4122407"/>
            <a:ext cx="5325745" cy="3350260"/>
          </a:xfrm>
          <a:custGeom>
            <a:avLst/>
            <a:gdLst/>
            <a:ahLst/>
            <a:cxnLst/>
            <a:rect l="l" t="t" r="r" b="b"/>
            <a:pathLst>
              <a:path w="5325745" h="3350259">
                <a:moveTo>
                  <a:pt x="4887738" y="3349773"/>
                </a:moveTo>
                <a:lnTo>
                  <a:pt x="438150" y="3349773"/>
                </a:lnTo>
                <a:lnTo>
                  <a:pt x="388710" y="3346976"/>
                </a:lnTo>
                <a:lnTo>
                  <a:pt x="340283" y="3338705"/>
                </a:lnTo>
                <a:lnTo>
                  <a:pt x="293296" y="3325136"/>
                </a:lnTo>
                <a:lnTo>
                  <a:pt x="248178" y="3306447"/>
                </a:lnTo>
                <a:lnTo>
                  <a:pt x="205359" y="3282817"/>
                </a:lnTo>
                <a:lnTo>
                  <a:pt x="165267" y="3254423"/>
                </a:lnTo>
                <a:lnTo>
                  <a:pt x="128331" y="3221441"/>
                </a:lnTo>
                <a:lnTo>
                  <a:pt x="95349" y="3184505"/>
                </a:lnTo>
                <a:lnTo>
                  <a:pt x="66955" y="3144413"/>
                </a:lnTo>
                <a:lnTo>
                  <a:pt x="43325" y="3101594"/>
                </a:lnTo>
                <a:lnTo>
                  <a:pt x="24636" y="3056476"/>
                </a:lnTo>
                <a:lnTo>
                  <a:pt x="11068" y="3009489"/>
                </a:lnTo>
                <a:lnTo>
                  <a:pt x="2796" y="2961062"/>
                </a:lnTo>
                <a:lnTo>
                  <a:pt x="0" y="2911623"/>
                </a:lnTo>
                <a:lnTo>
                  <a:pt x="0" y="438150"/>
                </a:lnTo>
                <a:lnTo>
                  <a:pt x="2796" y="388710"/>
                </a:lnTo>
                <a:lnTo>
                  <a:pt x="11068" y="340283"/>
                </a:lnTo>
                <a:lnTo>
                  <a:pt x="24636" y="293296"/>
                </a:lnTo>
                <a:lnTo>
                  <a:pt x="43325" y="248179"/>
                </a:lnTo>
                <a:lnTo>
                  <a:pt x="66955" y="205359"/>
                </a:lnTo>
                <a:lnTo>
                  <a:pt x="95349" y="165267"/>
                </a:lnTo>
                <a:lnTo>
                  <a:pt x="128331" y="128331"/>
                </a:lnTo>
                <a:lnTo>
                  <a:pt x="165267" y="95350"/>
                </a:lnTo>
                <a:lnTo>
                  <a:pt x="205359" y="66955"/>
                </a:lnTo>
                <a:lnTo>
                  <a:pt x="248178" y="43325"/>
                </a:lnTo>
                <a:lnTo>
                  <a:pt x="293296" y="24636"/>
                </a:lnTo>
                <a:lnTo>
                  <a:pt x="340283" y="11068"/>
                </a:lnTo>
                <a:lnTo>
                  <a:pt x="388710" y="2796"/>
                </a:lnTo>
                <a:lnTo>
                  <a:pt x="438150" y="0"/>
                </a:lnTo>
                <a:lnTo>
                  <a:pt x="4887738" y="0"/>
                </a:lnTo>
                <a:lnTo>
                  <a:pt x="4937177" y="2796"/>
                </a:lnTo>
                <a:lnTo>
                  <a:pt x="4985604" y="11068"/>
                </a:lnTo>
                <a:lnTo>
                  <a:pt x="5032591" y="24636"/>
                </a:lnTo>
                <a:lnTo>
                  <a:pt x="5077709" y="43325"/>
                </a:lnTo>
                <a:lnTo>
                  <a:pt x="5120528" y="66955"/>
                </a:lnTo>
                <a:lnTo>
                  <a:pt x="5160621" y="95350"/>
                </a:lnTo>
                <a:lnTo>
                  <a:pt x="5197557" y="128331"/>
                </a:lnTo>
                <a:lnTo>
                  <a:pt x="5230538" y="165267"/>
                </a:lnTo>
                <a:lnTo>
                  <a:pt x="5258933" y="205359"/>
                </a:lnTo>
                <a:lnTo>
                  <a:pt x="5282563" y="248179"/>
                </a:lnTo>
                <a:lnTo>
                  <a:pt x="5301251" y="293296"/>
                </a:lnTo>
                <a:lnTo>
                  <a:pt x="5314820" y="340283"/>
                </a:lnTo>
                <a:lnTo>
                  <a:pt x="5323092" y="388710"/>
                </a:lnTo>
                <a:lnTo>
                  <a:pt x="5325615" y="433321"/>
                </a:lnTo>
                <a:lnTo>
                  <a:pt x="5325615" y="2916451"/>
                </a:lnTo>
                <a:lnTo>
                  <a:pt x="5323092" y="2961062"/>
                </a:lnTo>
                <a:lnTo>
                  <a:pt x="5314820" y="3009489"/>
                </a:lnTo>
                <a:lnTo>
                  <a:pt x="5301251" y="3056476"/>
                </a:lnTo>
                <a:lnTo>
                  <a:pt x="5282563" y="3101594"/>
                </a:lnTo>
                <a:lnTo>
                  <a:pt x="5258933" y="3144413"/>
                </a:lnTo>
                <a:lnTo>
                  <a:pt x="5230538" y="3184505"/>
                </a:lnTo>
                <a:lnTo>
                  <a:pt x="5197557" y="3221441"/>
                </a:lnTo>
                <a:lnTo>
                  <a:pt x="5160621" y="3254423"/>
                </a:lnTo>
                <a:lnTo>
                  <a:pt x="5120528" y="3282817"/>
                </a:lnTo>
                <a:lnTo>
                  <a:pt x="5077709" y="3306447"/>
                </a:lnTo>
                <a:lnTo>
                  <a:pt x="5032591" y="3325136"/>
                </a:lnTo>
                <a:lnTo>
                  <a:pt x="4985604" y="3338705"/>
                </a:lnTo>
                <a:lnTo>
                  <a:pt x="4937177" y="3346976"/>
                </a:lnTo>
                <a:lnTo>
                  <a:pt x="4887738" y="3349773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933411" y="4122407"/>
            <a:ext cx="5325745" cy="3350260"/>
          </a:xfrm>
          <a:custGeom>
            <a:avLst/>
            <a:gdLst/>
            <a:ahLst/>
            <a:cxnLst/>
            <a:rect l="l" t="t" r="r" b="b"/>
            <a:pathLst>
              <a:path w="5325744" h="3350259">
                <a:moveTo>
                  <a:pt x="4887739" y="3349773"/>
                </a:moveTo>
                <a:lnTo>
                  <a:pt x="438150" y="3349773"/>
                </a:lnTo>
                <a:lnTo>
                  <a:pt x="388711" y="3346976"/>
                </a:lnTo>
                <a:lnTo>
                  <a:pt x="340283" y="3338705"/>
                </a:lnTo>
                <a:lnTo>
                  <a:pt x="293297" y="3325136"/>
                </a:lnTo>
                <a:lnTo>
                  <a:pt x="248179" y="3306447"/>
                </a:lnTo>
                <a:lnTo>
                  <a:pt x="205360" y="3282817"/>
                </a:lnTo>
                <a:lnTo>
                  <a:pt x="165267" y="3254423"/>
                </a:lnTo>
                <a:lnTo>
                  <a:pt x="128331" y="3221441"/>
                </a:lnTo>
                <a:lnTo>
                  <a:pt x="95350" y="3184505"/>
                </a:lnTo>
                <a:lnTo>
                  <a:pt x="66955" y="3144413"/>
                </a:lnTo>
                <a:lnTo>
                  <a:pt x="43325" y="3101594"/>
                </a:lnTo>
                <a:lnTo>
                  <a:pt x="24637" y="3056476"/>
                </a:lnTo>
                <a:lnTo>
                  <a:pt x="11068" y="3009489"/>
                </a:lnTo>
                <a:lnTo>
                  <a:pt x="2796" y="2961062"/>
                </a:lnTo>
                <a:lnTo>
                  <a:pt x="0" y="2911623"/>
                </a:lnTo>
                <a:lnTo>
                  <a:pt x="0" y="438150"/>
                </a:lnTo>
                <a:lnTo>
                  <a:pt x="2796" y="388710"/>
                </a:lnTo>
                <a:lnTo>
                  <a:pt x="11068" y="340283"/>
                </a:lnTo>
                <a:lnTo>
                  <a:pt x="24637" y="293296"/>
                </a:lnTo>
                <a:lnTo>
                  <a:pt x="43325" y="248179"/>
                </a:lnTo>
                <a:lnTo>
                  <a:pt x="66955" y="205359"/>
                </a:lnTo>
                <a:lnTo>
                  <a:pt x="95350" y="165267"/>
                </a:lnTo>
                <a:lnTo>
                  <a:pt x="128331" y="128331"/>
                </a:lnTo>
                <a:lnTo>
                  <a:pt x="165267" y="95350"/>
                </a:lnTo>
                <a:lnTo>
                  <a:pt x="205360" y="66955"/>
                </a:lnTo>
                <a:lnTo>
                  <a:pt x="248179" y="43325"/>
                </a:lnTo>
                <a:lnTo>
                  <a:pt x="293297" y="24636"/>
                </a:lnTo>
                <a:lnTo>
                  <a:pt x="340283" y="11068"/>
                </a:lnTo>
                <a:lnTo>
                  <a:pt x="388711" y="2796"/>
                </a:lnTo>
                <a:lnTo>
                  <a:pt x="438150" y="0"/>
                </a:lnTo>
                <a:lnTo>
                  <a:pt x="4887739" y="0"/>
                </a:lnTo>
                <a:lnTo>
                  <a:pt x="4937178" y="2796"/>
                </a:lnTo>
                <a:lnTo>
                  <a:pt x="4985605" y="11068"/>
                </a:lnTo>
                <a:lnTo>
                  <a:pt x="5032592" y="24636"/>
                </a:lnTo>
                <a:lnTo>
                  <a:pt x="5077709" y="43325"/>
                </a:lnTo>
                <a:lnTo>
                  <a:pt x="5120529" y="66955"/>
                </a:lnTo>
                <a:lnTo>
                  <a:pt x="5160621" y="95350"/>
                </a:lnTo>
                <a:lnTo>
                  <a:pt x="5197557" y="128331"/>
                </a:lnTo>
                <a:lnTo>
                  <a:pt x="5230538" y="165267"/>
                </a:lnTo>
                <a:lnTo>
                  <a:pt x="5258933" y="205359"/>
                </a:lnTo>
                <a:lnTo>
                  <a:pt x="5282563" y="248179"/>
                </a:lnTo>
                <a:lnTo>
                  <a:pt x="5301252" y="293296"/>
                </a:lnTo>
                <a:lnTo>
                  <a:pt x="5314820" y="340283"/>
                </a:lnTo>
                <a:lnTo>
                  <a:pt x="5323092" y="388710"/>
                </a:lnTo>
                <a:lnTo>
                  <a:pt x="5325615" y="433318"/>
                </a:lnTo>
                <a:lnTo>
                  <a:pt x="5325615" y="2916455"/>
                </a:lnTo>
                <a:lnTo>
                  <a:pt x="5323092" y="2961062"/>
                </a:lnTo>
                <a:lnTo>
                  <a:pt x="5314820" y="3009489"/>
                </a:lnTo>
                <a:lnTo>
                  <a:pt x="5301252" y="3056476"/>
                </a:lnTo>
                <a:lnTo>
                  <a:pt x="5282563" y="3101594"/>
                </a:lnTo>
                <a:lnTo>
                  <a:pt x="5258933" y="3144413"/>
                </a:lnTo>
                <a:lnTo>
                  <a:pt x="5230538" y="3184505"/>
                </a:lnTo>
                <a:lnTo>
                  <a:pt x="5197557" y="3221441"/>
                </a:lnTo>
                <a:lnTo>
                  <a:pt x="5160621" y="3254423"/>
                </a:lnTo>
                <a:lnTo>
                  <a:pt x="5120529" y="3282817"/>
                </a:lnTo>
                <a:lnTo>
                  <a:pt x="5077709" y="3306447"/>
                </a:lnTo>
                <a:lnTo>
                  <a:pt x="5032592" y="3325136"/>
                </a:lnTo>
                <a:lnTo>
                  <a:pt x="4985605" y="3338705"/>
                </a:lnTo>
                <a:lnTo>
                  <a:pt x="4937178" y="3346976"/>
                </a:lnTo>
                <a:lnTo>
                  <a:pt x="4887739" y="3349773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481055" y="4122407"/>
            <a:ext cx="5325745" cy="3350260"/>
          </a:xfrm>
          <a:custGeom>
            <a:avLst/>
            <a:gdLst/>
            <a:ahLst/>
            <a:cxnLst/>
            <a:rect l="l" t="t" r="r" b="b"/>
            <a:pathLst>
              <a:path w="5325745" h="3350259">
                <a:moveTo>
                  <a:pt x="4887738" y="3349773"/>
                </a:moveTo>
                <a:lnTo>
                  <a:pt x="438150" y="3349773"/>
                </a:lnTo>
                <a:lnTo>
                  <a:pt x="388711" y="3346976"/>
                </a:lnTo>
                <a:lnTo>
                  <a:pt x="340283" y="3338705"/>
                </a:lnTo>
                <a:lnTo>
                  <a:pt x="293296" y="3325136"/>
                </a:lnTo>
                <a:lnTo>
                  <a:pt x="248179" y="3306447"/>
                </a:lnTo>
                <a:lnTo>
                  <a:pt x="205359" y="3282817"/>
                </a:lnTo>
                <a:lnTo>
                  <a:pt x="165267" y="3254423"/>
                </a:lnTo>
                <a:lnTo>
                  <a:pt x="128331" y="3221441"/>
                </a:lnTo>
                <a:lnTo>
                  <a:pt x="95350" y="3184505"/>
                </a:lnTo>
                <a:lnTo>
                  <a:pt x="66955" y="3144413"/>
                </a:lnTo>
                <a:lnTo>
                  <a:pt x="43325" y="3101594"/>
                </a:lnTo>
                <a:lnTo>
                  <a:pt x="24636" y="3056476"/>
                </a:lnTo>
                <a:lnTo>
                  <a:pt x="11068" y="3009489"/>
                </a:lnTo>
                <a:lnTo>
                  <a:pt x="2796" y="2961062"/>
                </a:lnTo>
                <a:lnTo>
                  <a:pt x="0" y="2911623"/>
                </a:lnTo>
                <a:lnTo>
                  <a:pt x="0" y="438150"/>
                </a:lnTo>
                <a:lnTo>
                  <a:pt x="2796" y="388710"/>
                </a:lnTo>
                <a:lnTo>
                  <a:pt x="11068" y="340283"/>
                </a:lnTo>
                <a:lnTo>
                  <a:pt x="24636" y="293296"/>
                </a:lnTo>
                <a:lnTo>
                  <a:pt x="43325" y="248179"/>
                </a:lnTo>
                <a:lnTo>
                  <a:pt x="66955" y="205359"/>
                </a:lnTo>
                <a:lnTo>
                  <a:pt x="95350" y="165267"/>
                </a:lnTo>
                <a:lnTo>
                  <a:pt x="128331" y="128331"/>
                </a:lnTo>
                <a:lnTo>
                  <a:pt x="165267" y="95350"/>
                </a:lnTo>
                <a:lnTo>
                  <a:pt x="205359" y="66955"/>
                </a:lnTo>
                <a:lnTo>
                  <a:pt x="248179" y="43325"/>
                </a:lnTo>
                <a:lnTo>
                  <a:pt x="293296" y="24636"/>
                </a:lnTo>
                <a:lnTo>
                  <a:pt x="340283" y="11068"/>
                </a:lnTo>
                <a:lnTo>
                  <a:pt x="388711" y="2796"/>
                </a:lnTo>
                <a:lnTo>
                  <a:pt x="438150" y="0"/>
                </a:lnTo>
                <a:lnTo>
                  <a:pt x="4887738" y="0"/>
                </a:lnTo>
                <a:lnTo>
                  <a:pt x="4937177" y="2796"/>
                </a:lnTo>
                <a:lnTo>
                  <a:pt x="4985605" y="11068"/>
                </a:lnTo>
                <a:lnTo>
                  <a:pt x="5032591" y="24636"/>
                </a:lnTo>
                <a:lnTo>
                  <a:pt x="5077709" y="43325"/>
                </a:lnTo>
                <a:lnTo>
                  <a:pt x="5120528" y="66955"/>
                </a:lnTo>
                <a:lnTo>
                  <a:pt x="5160620" y="95350"/>
                </a:lnTo>
                <a:lnTo>
                  <a:pt x="5197557" y="128331"/>
                </a:lnTo>
                <a:lnTo>
                  <a:pt x="5230538" y="165267"/>
                </a:lnTo>
                <a:lnTo>
                  <a:pt x="5258933" y="205359"/>
                </a:lnTo>
                <a:lnTo>
                  <a:pt x="5282563" y="248179"/>
                </a:lnTo>
                <a:lnTo>
                  <a:pt x="5301251" y="293296"/>
                </a:lnTo>
                <a:lnTo>
                  <a:pt x="5314820" y="340283"/>
                </a:lnTo>
                <a:lnTo>
                  <a:pt x="5323092" y="388710"/>
                </a:lnTo>
                <a:lnTo>
                  <a:pt x="5325615" y="433325"/>
                </a:lnTo>
                <a:lnTo>
                  <a:pt x="5325615" y="2916447"/>
                </a:lnTo>
                <a:lnTo>
                  <a:pt x="5323092" y="2961062"/>
                </a:lnTo>
                <a:lnTo>
                  <a:pt x="5314820" y="3009489"/>
                </a:lnTo>
                <a:lnTo>
                  <a:pt x="5301251" y="3056476"/>
                </a:lnTo>
                <a:lnTo>
                  <a:pt x="5282563" y="3101594"/>
                </a:lnTo>
                <a:lnTo>
                  <a:pt x="5258933" y="3144413"/>
                </a:lnTo>
                <a:lnTo>
                  <a:pt x="5230538" y="3184505"/>
                </a:lnTo>
                <a:lnTo>
                  <a:pt x="5197557" y="3221441"/>
                </a:lnTo>
                <a:lnTo>
                  <a:pt x="5160620" y="3254423"/>
                </a:lnTo>
                <a:lnTo>
                  <a:pt x="5120528" y="3282817"/>
                </a:lnTo>
                <a:lnTo>
                  <a:pt x="5077709" y="3306447"/>
                </a:lnTo>
                <a:lnTo>
                  <a:pt x="5032591" y="3325136"/>
                </a:lnTo>
                <a:lnTo>
                  <a:pt x="4985605" y="3338705"/>
                </a:lnTo>
                <a:lnTo>
                  <a:pt x="4937177" y="3346976"/>
                </a:lnTo>
                <a:lnTo>
                  <a:pt x="4887738" y="3349773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984005" y="5493176"/>
            <a:ext cx="3213735" cy="83311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dirty="0" sz="2800" spc="-55" b="1">
                <a:solidFill>
                  <a:srgbClr val="F9FAFF"/>
                </a:solidFill>
                <a:latin typeface="Tahoma"/>
                <a:cs typeface="Tahoma"/>
              </a:rPr>
              <a:t>Sécurité</a:t>
            </a:r>
            <a:r>
              <a:rPr dirty="0" sz="2800" spc="-320" b="1">
                <a:solidFill>
                  <a:srgbClr val="F9FAFF"/>
                </a:solidFill>
                <a:latin typeface="Tahoma"/>
                <a:cs typeface="Tahoma"/>
              </a:rPr>
              <a:t> </a:t>
            </a:r>
            <a:r>
              <a:rPr dirty="0" sz="2800" spc="65" b="1">
                <a:solidFill>
                  <a:srgbClr val="F9FAFF"/>
                </a:solidFill>
                <a:latin typeface="Tahoma"/>
                <a:cs typeface="Tahoma"/>
              </a:rPr>
              <a:t>et</a:t>
            </a:r>
            <a:r>
              <a:rPr dirty="0" sz="2800" spc="-310" b="1">
                <a:solidFill>
                  <a:srgbClr val="F9FAFF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F9FAFF"/>
                </a:solidFill>
                <a:latin typeface="Tahoma"/>
                <a:cs typeface="Tahoma"/>
              </a:rPr>
              <a:t>gestion </a:t>
            </a:r>
            <a:r>
              <a:rPr dirty="0" sz="2800" b="1">
                <a:solidFill>
                  <a:srgbClr val="F9FAFF"/>
                </a:solidFill>
                <a:latin typeface="Tahoma"/>
                <a:cs typeface="Tahoma"/>
              </a:rPr>
              <a:t>des</a:t>
            </a:r>
            <a:r>
              <a:rPr dirty="0" sz="2800" spc="-325" b="1">
                <a:solidFill>
                  <a:srgbClr val="F9FAFF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F9FAFF"/>
                </a:solidFill>
                <a:latin typeface="Tahoma"/>
                <a:cs typeface="Tahoma"/>
              </a:rPr>
              <a:t>permissions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solidFill>
                  <a:srgbClr val="FFFFFF"/>
                </a:solidFill>
              </a:rPr>
              <a:t>1</a:t>
            </a:r>
            <a:r>
              <a:rPr dirty="0" spc="-365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77589" y="5493176"/>
            <a:ext cx="38220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5" b="1">
                <a:solidFill>
                  <a:srgbClr val="F9FAFF"/>
                </a:solidFill>
                <a:latin typeface="Tahoma"/>
                <a:cs typeface="Tahoma"/>
              </a:rPr>
              <a:t>Rapidité</a:t>
            </a:r>
            <a:r>
              <a:rPr dirty="0" sz="2800" spc="-310" b="1">
                <a:solidFill>
                  <a:srgbClr val="F9FAFF"/>
                </a:solidFill>
                <a:latin typeface="Tahoma"/>
                <a:cs typeface="Tahoma"/>
              </a:rPr>
              <a:t> </a:t>
            </a:r>
            <a:r>
              <a:rPr dirty="0" sz="2800" spc="65" b="1">
                <a:solidFill>
                  <a:srgbClr val="F9FAFF"/>
                </a:solidFill>
                <a:latin typeface="Tahoma"/>
                <a:cs typeface="Tahoma"/>
              </a:rPr>
              <a:t>et</a:t>
            </a:r>
            <a:r>
              <a:rPr dirty="0" sz="2800" spc="-310" b="1">
                <a:solidFill>
                  <a:srgbClr val="F9FAFF"/>
                </a:solidFill>
                <a:latin typeface="Tahoma"/>
                <a:cs typeface="Tahoma"/>
              </a:rPr>
              <a:t> </a:t>
            </a:r>
            <a:r>
              <a:rPr dirty="0" sz="2800" spc="-35" b="1">
                <a:solidFill>
                  <a:srgbClr val="F9FAFF"/>
                </a:solidFill>
                <a:latin typeface="Tahoma"/>
                <a:cs typeface="Tahoma"/>
              </a:rPr>
              <a:t>robustesse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164851" y="5493176"/>
            <a:ext cx="42373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95" b="1">
                <a:solidFill>
                  <a:srgbClr val="F9FAFF"/>
                </a:solidFill>
                <a:latin typeface="Tahoma"/>
                <a:cs typeface="Tahoma"/>
              </a:rPr>
              <a:t>Maintenance</a:t>
            </a:r>
            <a:r>
              <a:rPr dirty="0" sz="2800" spc="-295" b="1">
                <a:solidFill>
                  <a:srgbClr val="F9FAFF"/>
                </a:solidFill>
                <a:latin typeface="Tahoma"/>
                <a:cs typeface="Tahoma"/>
              </a:rPr>
              <a:t> </a:t>
            </a:r>
            <a:r>
              <a:rPr dirty="0" sz="2800" spc="65" b="1">
                <a:solidFill>
                  <a:srgbClr val="F9FAFF"/>
                </a:solidFill>
                <a:latin typeface="Tahoma"/>
                <a:cs typeface="Tahoma"/>
              </a:rPr>
              <a:t>et</a:t>
            </a:r>
            <a:r>
              <a:rPr dirty="0" sz="2800" spc="-295" b="1">
                <a:solidFill>
                  <a:srgbClr val="F9FAFF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F9FAFF"/>
                </a:solidFill>
                <a:latin typeface="Tahoma"/>
                <a:cs typeface="Tahoma"/>
              </a:rPr>
              <a:t>évolution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0091" y="455200"/>
            <a:ext cx="12247907" cy="9143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1004951"/>
            <a:ext cx="4962525" cy="1402715"/>
          </a:xfrm>
          <a:prstGeom prst="rect"/>
        </p:spPr>
        <p:txBody>
          <a:bodyPr wrap="square" lIns="0" tIns="189865" rIns="0" bIns="0" rtlCol="0" vert="horz">
            <a:spAutoFit/>
          </a:bodyPr>
          <a:lstStyle/>
          <a:p>
            <a:pPr marL="12700" marR="5080">
              <a:lnSpc>
                <a:spcPct val="77200"/>
              </a:lnSpc>
              <a:spcBef>
                <a:spcPts val="1495"/>
              </a:spcBef>
            </a:pPr>
            <a:r>
              <a:rPr dirty="0" spc="-270"/>
              <a:t>D</a:t>
            </a:r>
            <a:r>
              <a:rPr dirty="0" spc="-480"/>
              <a:t>I</a:t>
            </a:r>
            <a:r>
              <a:rPr dirty="0" spc="-270"/>
              <a:t>A</a:t>
            </a:r>
            <a:r>
              <a:rPr dirty="0" spc="-260"/>
              <a:t>G</a:t>
            </a:r>
            <a:r>
              <a:rPr dirty="0" spc="-270"/>
              <a:t>RA</a:t>
            </a:r>
            <a:r>
              <a:rPr dirty="0" spc="-260"/>
              <a:t>MM</a:t>
            </a:r>
            <a:r>
              <a:rPr dirty="0" spc="55"/>
              <a:t>E</a:t>
            </a:r>
            <a:r>
              <a:rPr dirty="0" spc="-550"/>
              <a:t> </a:t>
            </a:r>
            <a:r>
              <a:rPr dirty="0" spc="-25"/>
              <a:t>DE </a:t>
            </a:r>
            <a:r>
              <a:rPr dirty="0" spc="55"/>
              <a:t>CLASSES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196" y="5025201"/>
            <a:ext cx="3267509" cy="4686299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0" y="3452805"/>
            <a:ext cx="1695450" cy="668020"/>
          </a:xfrm>
          <a:custGeom>
            <a:avLst/>
            <a:gdLst/>
            <a:ahLst/>
            <a:cxnLst/>
            <a:rect l="l" t="t" r="r" b="b"/>
            <a:pathLst>
              <a:path w="1695450" h="668020">
                <a:moveTo>
                  <a:pt x="1532951" y="656770"/>
                </a:moveTo>
                <a:lnTo>
                  <a:pt x="1558152" y="659165"/>
                </a:lnTo>
                <a:lnTo>
                  <a:pt x="1605657" y="662856"/>
                </a:lnTo>
                <a:lnTo>
                  <a:pt x="1653385" y="665739"/>
                </a:lnTo>
                <a:lnTo>
                  <a:pt x="1695017" y="667535"/>
                </a:lnTo>
              </a:path>
              <a:path w="1695450" h="668020">
                <a:moveTo>
                  <a:pt x="1422907" y="644070"/>
                </a:moveTo>
                <a:lnTo>
                  <a:pt x="1463836" y="649384"/>
                </a:lnTo>
                <a:lnTo>
                  <a:pt x="1510876" y="654672"/>
                </a:lnTo>
                <a:lnTo>
                  <a:pt x="1532951" y="656770"/>
                </a:lnTo>
              </a:path>
              <a:path w="1695450" h="668020">
                <a:moveTo>
                  <a:pt x="1339672" y="631370"/>
                </a:moveTo>
                <a:lnTo>
                  <a:pt x="1370491" y="636451"/>
                </a:lnTo>
                <a:lnTo>
                  <a:pt x="1417039" y="643308"/>
                </a:lnTo>
                <a:lnTo>
                  <a:pt x="1422907" y="644070"/>
                </a:lnTo>
              </a:path>
              <a:path w="1695450" h="668020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695450" h="668020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00652" y="1476150"/>
            <a:ext cx="2644775" cy="2644775"/>
          </a:xfrm>
          <a:custGeom>
            <a:avLst/>
            <a:gdLst/>
            <a:ahLst/>
            <a:cxnLst/>
            <a:rect l="l" t="t" r="r" b="b"/>
            <a:pathLst>
              <a:path w="2644775" h="2644775">
                <a:moveTo>
                  <a:pt x="0" y="2644191"/>
                </a:moveTo>
                <a:lnTo>
                  <a:pt x="41632" y="2642395"/>
                </a:lnTo>
                <a:lnTo>
                  <a:pt x="89360" y="2639512"/>
                </a:lnTo>
                <a:lnTo>
                  <a:pt x="136865" y="2635821"/>
                </a:lnTo>
                <a:lnTo>
                  <a:pt x="162066" y="2633425"/>
                </a:lnTo>
              </a:path>
              <a:path w="2644775" h="2644775">
                <a:moveTo>
                  <a:pt x="162066" y="2633425"/>
                </a:moveTo>
                <a:lnTo>
                  <a:pt x="184141" y="2631327"/>
                </a:lnTo>
                <a:lnTo>
                  <a:pt x="231181" y="2626040"/>
                </a:lnTo>
                <a:lnTo>
                  <a:pt x="272110" y="2620725"/>
                </a:lnTo>
              </a:path>
              <a:path w="2644775" h="2644775">
                <a:moveTo>
                  <a:pt x="272110" y="2620725"/>
                </a:moveTo>
                <a:lnTo>
                  <a:pt x="277978" y="2619964"/>
                </a:lnTo>
                <a:lnTo>
                  <a:pt x="324526" y="2613106"/>
                </a:lnTo>
                <a:lnTo>
                  <a:pt x="355345" y="2608025"/>
                </a:lnTo>
              </a:path>
              <a:path w="2644775" h="2644775">
                <a:moveTo>
                  <a:pt x="355345" y="2608025"/>
                </a:moveTo>
                <a:lnTo>
                  <a:pt x="416844" y="2597076"/>
                </a:lnTo>
                <a:lnTo>
                  <a:pt x="462601" y="2587916"/>
                </a:lnTo>
                <a:lnTo>
                  <a:pt x="508082" y="2578002"/>
                </a:lnTo>
                <a:lnTo>
                  <a:pt x="553278" y="2567341"/>
                </a:lnTo>
                <a:lnTo>
                  <a:pt x="598184" y="2555940"/>
                </a:lnTo>
                <a:lnTo>
                  <a:pt x="631927" y="2546760"/>
                </a:lnTo>
              </a:path>
              <a:path w="2644775" h="2644775">
                <a:moveTo>
                  <a:pt x="687124" y="2531038"/>
                </a:moveTo>
                <a:lnTo>
                  <a:pt x="731091" y="2517362"/>
                </a:lnTo>
                <a:lnTo>
                  <a:pt x="774766" y="2503067"/>
                </a:lnTo>
                <a:lnTo>
                  <a:pt x="818117" y="2488067"/>
                </a:lnTo>
                <a:lnTo>
                  <a:pt x="861136" y="2472366"/>
                </a:lnTo>
                <a:lnTo>
                  <a:pt x="903817" y="2455974"/>
                </a:lnTo>
                <a:lnTo>
                  <a:pt x="946153" y="2438895"/>
                </a:lnTo>
                <a:lnTo>
                  <a:pt x="988137" y="2421137"/>
                </a:lnTo>
                <a:lnTo>
                  <a:pt x="1029763" y="2402708"/>
                </a:lnTo>
                <a:lnTo>
                  <a:pt x="1071023" y="2383612"/>
                </a:lnTo>
                <a:lnTo>
                  <a:pt x="1111910" y="2363859"/>
                </a:lnTo>
                <a:lnTo>
                  <a:pt x="1152418" y="2343453"/>
                </a:lnTo>
                <a:lnTo>
                  <a:pt x="1192540" y="2322403"/>
                </a:lnTo>
                <a:lnTo>
                  <a:pt x="1232270" y="2300714"/>
                </a:lnTo>
                <a:lnTo>
                  <a:pt x="1271600" y="2278395"/>
                </a:lnTo>
                <a:lnTo>
                  <a:pt x="1310523" y="2255450"/>
                </a:lnTo>
                <a:lnTo>
                  <a:pt x="1349033" y="2231888"/>
                </a:lnTo>
                <a:lnTo>
                  <a:pt x="1387123" y="2207716"/>
                </a:lnTo>
                <a:lnTo>
                  <a:pt x="1424787" y="2182939"/>
                </a:lnTo>
                <a:lnTo>
                  <a:pt x="1462016" y="2157565"/>
                </a:lnTo>
                <a:lnTo>
                  <a:pt x="1498805" y="2131600"/>
                </a:lnTo>
                <a:lnTo>
                  <a:pt x="1535147" y="2105052"/>
                </a:lnTo>
                <a:lnTo>
                  <a:pt x="1571035" y="2077927"/>
                </a:lnTo>
                <a:lnTo>
                  <a:pt x="1606461" y="2050233"/>
                </a:lnTo>
                <a:lnTo>
                  <a:pt x="1641420" y="2021975"/>
                </a:lnTo>
                <a:lnTo>
                  <a:pt x="1675905" y="1993160"/>
                </a:lnTo>
                <a:lnTo>
                  <a:pt x="1709908" y="1963797"/>
                </a:lnTo>
                <a:lnTo>
                  <a:pt x="1743422" y="1933890"/>
                </a:lnTo>
                <a:lnTo>
                  <a:pt x="1776442" y="1903448"/>
                </a:lnTo>
                <a:lnTo>
                  <a:pt x="1808960" y="1872476"/>
                </a:lnTo>
                <a:lnTo>
                  <a:pt x="1840969" y="1840982"/>
                </a:lnTo>
                <a:lnTo>
                  <a:pt x="1872463" y="1808973"/>
                </a:lnTo>
                <a:lnTo>
                  <a:pt x="1903434" y="1776455"/>
                </a:lnTo>
                <a:lnTo>
                  <a:pt x="1933877" y="1743435"/>
                </a:lnTo>
                <a:lnTo>
                  <a:pt x="1963783" y="1709921"/>
                </a:lnTo>
                <a:lnTo>
                  <a:pt x="1993147" y="1675918"/>
                </a:lnTo>
                <a:lnTo>
                  <a:pt x="2021962" y="1641433"/>
                </a:lnTo>
                <a:lnTo>
                  <a:pt x="2050220" y="1606474"/>
                </a:lnTo>
                <a:lnTo>
                  <a:pt x="2077914" y="1571048"/>
                </a:lnTo>
                <a:lnTo>
                  <a:pt x="2105039" y="1535160"/>
                </a:lnTo>
                <a:lnTo>
                  <a:pt x="2131587" y="1498818"/>
                </a:lnTo>
                <a:lnTo>
                  <a:pt x="2157552" y="1462029"/>
                </a:lnTo>
                <a:lnTo>
                  <a:pt x="2182926" y="1424800"/>
                </a:lnTo>
                <a:lnTo>
                  <a:pt x="2207703" y="1387137"/>
                </a:lnTo>
                <a:lnTo>
                  <a:pt x="2231875" y="1349046"/>
                </a:lnTo>
                <a:lnTo>
                  <a:pt x="2255437" y="1310536"/>
                </a:lnTo>
                <a:lnTo>
                  <a:pt x="2278382" y="1271613"/>
                </a:lnTo>
                <a:lnTo>
                  <a:pt x="2300701" y="1232283"/>
                </a:lnTo>
                <a:lnTo>
                  <a:pt x="2322390" y="1192554"/>
                </a:lnTo>
                <a:lnTo>
                  <a:pt x="2343440" y="1152431"/>
                </a:lnTo>
                <a:lnTo>
                  <a:pt x="2363846" y="1111923"/>
                </a:lnTo>
                <a:lnTo>
                  <a:pt x="2383486" y="1071271"/>
                </a:lnTo>
                <a:lnTo>
                  <a:pt x="2383603" y="1071038"/>
                </a:lnTo>
                <a:lnTo>
                  <a:pt x="2402694" y="1029776"/>
                </a:lnTo>
                <a:lnTo>
                  <a:pt x="2421124" y="988151"/>
                </a:lnTo>
                <a:lnTo>
                  <a:pt x="2438882" y="946166"/>
                </a:lnTo>
                <a:lnTo>
                  <a:pt x="2455960" y="903830"/>
                </a:lnTo>
                <a:lnTo>
                  <a:pt x="2472353" y="861149"/>
                </a:lnTo>
                <a:lnTo>
                  <a:pt x="2488053" y="818130"/>
                </a:lnTo>
                <a:lnTo>
                  <a:pt x="2503054" y="774779"/>
                </a:lnTo>
                <a:lnTo>
                  <a:pt x="2517349" y="731104"/>
                </a:lnTo>
                <a:lnTo>
                  <a:pt x="2530930" y="687110"/>
                </a:lnTo>
                <a:lnTo>
                  <a:pt x="2543792" y="642806"/>
                </a:lnTo>
                <a:lnTo>
                  <a:pt x="2555926" y="598197"/>
                </a:lnTo>
                <a:lnTo>
                  <a:pt x="2567328" y="553291"/>
                </a:lnTo>
                <a:lnTo>
                  <a:pt x="2577989" y="508095"/>
                </a:lnTo>
                <a:lnTo>
                  <a:pt x="2587903" y="462614"/>
                </a:lnTo>
                <a:lnTo>
                  <a:pt x="2597063" y="416857"/>
                </a:lnTo>
                <a:lnTo>
                  <a:pt x="2605462" y="370829"/>
                </a:lnTo>
                <a:lnTo>
                  <a:pt x="2613093" y="324539"/>
                </a:lnTo>
                <a:lnTo>
                  <a:pt x="2619950" y="277991"/>
                </a:lnTo>
                <a:lnTo>
                  <a:pt x="2626026" y="231194"/>
                </a:lnTo>
                <a:lnTo>
                  <a:pt x="2631314" y="184154"/>
                </a:lnTo>
                <a:lnTo>
                  <a:pt x="2635807" y="136878"/>
                </a:lnTo>
                <a:lnTo>
                  <a:pt x="2639499" y="89373"/>
                </a:lnTo>
                <a:lnTo>
                  <a:pt x="2642323" y="42622"/>
                </a:lnTo>
                <a:lnTo>
                  <a:pt x="2642378" y="41645"/>
                </a:lnTo>
                <a:lnTo>
                  <a:pt x="2644178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solidFill>
                  <a:srgbClr val="FFFFFF"/>
                </a:solidFill>
              </a:rPr>
              <a:t>1</a:t>
            </a:r>
            <a:r>
              <a:rPr dirty="0" spc="-365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715831" y="9341559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654972" y="9964208"/>
            <a:ext cx="11430" cy="323215"/>
          </a:xfrm>
          <a:custGeom>
            <a:avLst/>
            <a:gdLst/>
            <a:ahLst/>
            <a:cxnLst/>
            <a:rect l="l" t="t" r="r" b="b"/>
            <a:pathLst>
              <a:path w="11430" h="323215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2808" y="185544"/>
                </a:lnTo>
                <a:lnTo>
                  <a:pt x="5023" y="233548"/>
                </a:lnTo>
                <a:lnTo>
                  <a:pt x="7862" y="281386"/>
                </a:lnTo>
                <a:lnTo>
                  <a:pt x="10867" y="322791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45118" y="351672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59" h="10795">
                <a:moveTo>
                  <a:pt x="0" y="0"/>
                </a:moveTo>
                <a:lnTo>
                  <a:pt x="25204" y="2395"/>
                </a:lnTo>
                <a:lnTo>
                  <a:pt x="72709" y="6086"/>
                </a:lnTo>
                <a:lnTo>
                  <a:pt x="120437" y="8969"/>
                </a:lnTo>
                <a:lnTo>
                  <a:pt x="162069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12822" y="351672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9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35075" y="350402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31" y="5314"/>
                </a:lnTo>
                <a:lnTo>
                  <a:pt x="87971" y="10602"/>
                </a:lnTo>
                <a:lnTo>
                  <a:pt x="110042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974892" y="350402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1" y="10602"/>
                </a:lnTo>
                <a:lnTo>
                  <a:pt x="69111" y="5314"/>
                </a:lnTo>
                <a:lnTo>
                  <a:pt x="11004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51841" y="349132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21" y="5081"/>
                </a:lnTo>
                <a:lnTo>
                  <a:pt x="77368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084935" y="349132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5" y="11938"/>
                </a:lnTo>
                <a:lnTo>
                  <a:pt x="52413" y="5081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2932945"/>
            <a:ext cx="1252220" cy="558800"/>
          </a:xfrm>
          <a:custGeom>
            <a:avLst/>
            <a:gdLst/>
            <a:ahLst/>
            <a:cxnLst/>
            <a:rect l="l" t="t" r="r" b="b"/>
            <a:pathLst>
              <a:path w="1252220" h="558800">
                <a:moveTo>
                  <a:pt x="0" y="0"/>
                </a:moveTo>
                <a:lnTo>
                  <a:pt x="36153" y="28281"/>
                </a:lnTo>
                <a:lnTo>
                  <a:pt x="72040" y="55406"/>
                </a:lnTo>
                <a:lnTo>
                  <a:pt x="108382" y="81954"/>
                </a:lnTo>
                <a:lnTo>
                  <a:pt x="145171" y="107919"/>
                </a:lnTo>
                <a:lnTo>
                  <a:pt x="182400" y="133293"/>
                </a:lnTo>
                <a:lnTo>
                  <a:pt x="220064" y="158070"/>
                </a:lnTo>
                <a:lnTo>
                  <a:pt x="258154" y="182242"/>
                </a:lnTo>
                <a:lnTo>
                  <a:pt x="296664" y="205804"/>
                </a:lnTo>
                <a:lnTo>
                  <a:pt x="335587" y="228749"/>
                </a:lnTo>
                <a:lnTo>
                  <a:pt x="374917" y="251068"/>
                </a:lnTo>
                <a:lnTo>
                  <a:pt x="414647" y="272757"/>
                </a:lnTo>
                <a:lnTo>
                  <a:pt x="454769" y="293807"/>
                </a:lnTo>
                <a:lnTo>
                  <a:pt x="495277" y="314213"/>
                </a:lnTo>
                <a:lnTo>
                  <a:pt x="536165" y="333966"/>
                </a:lnTo>
                <a:lnTo>
                  <a:pt x="577424" y="353062"/>
                </a:lnTo>
                <a:lnTo>
                  <a:pt x="619050" y="371491"/>
                </a:lnTo>
                <a:lnTo>
                  <a:pt x="661034" y="389249"/>
                </a:lnTo>
                <a:lnTo>
                  <a:pt x="703370" y="406328"/>
                </a:lnTo>
                <a:lnTo>
                  <a:pt x="746051" y="422720"/>
                </a:lnTo>
                <a:lnTo>
                  <a:pt x="789070" y="438421"/>
                </a:lnTo>
                <a:lnTo>
                  <a:pt x="832421" y="453421"/>
                </a:lnTo>
                <a:lnTo>
                  <a:pt x="876097" y="467716"/>
                </a:lnTo>
                <a:lnTo>
                  <a:pt x="920063" y="481392"/>
                </a:lnTo>
              </a:path>
              <a:path w="1252220" h="558800">
                <a:moveTo>
                  <a:pt x="975289" y="497122"/>
                </a:moveTo>
                <a:lnTo>
                  <a:pt x="1053909" y="517695"/>
                </a:lnTo>
                <a:lnTo>
                  <a:pt x="1099106" y="528356"/>
                </a:lnTo>
                <a:lnTo>
                  <a:pt x="1144586" y="538270"/>
                </a:lnTo>
                <a:lnTo>
                  <a:pt x="1190343" y="547430"/>
                </a:lnTo>
                <a:lnTo>
                  <a:pt x="1236371" y="555829"/>
                </a:lnTo>
                <a:lnTo>
                  <a:pt x="1251841" y="55837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168169" y="88330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7" y="2597076"/>
                </a:lnTo>
                <a:lnTo>
                  <a:pt x="107254" y="2587916"/>
                </a:lnTo>
                <a:lnTo>
                  <a:pt x="152735" y="2578002"/>
                </a:lnTo>
                <a:lnTo>
                  <a:pt x="197931" y="2567341"/>
                </a:lnTo>
                <a:lnTo>
                  <a:pt x="242837" y="2555939"/>
                </a:lnTo>
                <a:lnTo>
                  <a:pt x="276556" y="2546767"/>
                </a:lnTo>
              </a:path>
              <a:path w="2289175" h="2608579">
                <a:moveTo>
                  <a:pt x="331777" y="2531038"/>
                </a:moveTo>
                <a:lnTo>
                  <a:pt x="375743" y="2517362"/>
                </a:lnTo>
                <a:lnTo>
                  <a:pt x="419419" y="2503067"/>
                </a:lnTo>
                <a:lnTo>
                  <a:pt x="462770" y="2488066"/>
                </a:lnTo>
                <a:lnTo>
                  <a:pt x="505789" y="2472366"/>
                </a:lnTo>
                <a:lnTo>
                  <a:pt x="548470" y="2455974"/>
                </a:lnTo>
                <a:lnTo>
                  <a:pt x="590806" y="2438895"/>
                </a:lnTo>
                <a:lnTo>
                  <a:pt x="632790" y="2421137"/>
                </a:lnTo>
                <a:lnTo>
                  <a:pt x="674416" y="2402708"/>
                </a:lnTo>
                <a:lnTo>
                  <a:pt x="715675" y="2383612"/>
                </a:lnTo>
                <a:lnTo>
                  <a:pt x="756563" y="2363859"/>
                </a:lnTo>
                <a:lnTo>
                  <a:pt x="797071" y="2343453"/>
                </a:lnTo>
                <a:lnTo>
                  <a:pt x="837193" y="2322403"/>
                </a:lnTo>
                <a:lnTo>
                  <a:pt x="876923" y="2300714"/>
                </a:lnTo>
                <a:lnTo>
                  <a:pt x="916253" y="2278395"/>
                </a:lnTo>
                <a:lnTo>
                  <a:pt x="955176" y="2255450"/>
                </a:lnTo>
                <a:lnTo>
                  <a:pt x="993686" y="2231888"/>
                </a:lnTo>
                <a:lnTo>
                  <a:pt x="1031776" y="2207716"/>
                </a:lnTo>
                <a:lnTo>
                  <a:pt x="1069440" y="2182939"/>
                </a:lnTo>
                <a:lnTo>
                  <a:pt x="1106669" y="2157565"/>
                </a:lnTo>
                <a:lnTo>
                  <a:pt x="1143458" y="2131600"/>
                </a:lnTo>
                <a:lnTo>
                  <a:pt x="1179800" y="2105052"/>
                </a:lnTo>
                <a:lnTo>
                  <a:pt x="1215688" y="2077927"/>
                </a:lnTo>
                <a:lnTo>
                  <a:pt x="1251114" y="2050233"/>
                </a:lnTo>
                <a:lnTo>
                  <a:pt x="1286073" y="2021975"/>
                </a:lnTo>
                <a:lnTo>
                  <a:pt x="1320557" y="1993160"/>
                </a:lnTo>
                <a:lnTo>
                  <a:pt x="1354560" y="1963797"/>
                </a:lnTo>
                <a:lnTo>
                  <a:pt x="1388075" y="1933890"/>
                </a:lnTo>
                <a:lnTo>
                  <a:pt x="1421095" y="1903448"/>
                </a:lnTo>
                <a:lnTo>
                  <a:pt x="1453613" y="1872476"/>
                </a:lnTo>
                <a:lnTo>
                  <a:pt x="1485622" y="1840982"/>
                </a:lnTo>
                <a:lnTo>
                  <a:pt x="1517116" y="1808973"/>
                </a:lnTo>
                <a:lnTo>
                  <a:pt x="1548087" y="1776455"/>
                </a:lnTo>
                <a:lnTo>
                  <a:pt x="1578530" y="1743435"/>
                </a:lnTo>
                <a:lnTo>
                  <a:pt x="1608436" y="1709921"/>
                </a:lnTo>
                <a:lnTo>
                  <a:pt x="1637800" y="1675918"/>
                </a:lnTo>
                <a:lnTo>
                  <a:pt x="1666615" y="1641433"/>
                </a:lnTo>
                <a:lnTo>
                  <a:pt x="1694872" y="1606474"/>
                </a:lnTo>
                <a:lnTo>
                  <a:pt x="1722567" y="1571048"/>
                </a:lnTo>
                <a:lnTo>
                  <a:pt x="1749692" y="1535160"/>
                </a:lnTo>
                <a:lnTo>
                  <a:pt x="1776240" y="1498818"/>
                </a:lnTo>
                <a:lnTo>
                  <a:pt x="1802205" y="1462029"/>
                </a:lnTo>
                <a:lnTo>
                  <a:pt x="1827579" y="1424800"/>
                </a:lnTo>
                <a:lnTo>
                  <a:pt x="1852355" y="1387137"/>
                </a:lnTo>
                <a:lnTo>
                  <a:pt x="1876528" y="1349046"/>
                </a:lnTo>
                <a:lnTo>
                  <a:pt x="1900090" y="1310536"/>
                </a:lnTo>
                <a:lnTo>
                  <a:pt x="1923034" y="1271613"/>
                </a:lnTo>
                <a:lnTo>
                  <a:pt x="1945354" y="1232283"/>
                </a:lnTo>
                <a:lnTo>
                  <a:pt x="1967043" y="1192554"/>
                </a:lnTo>
                <a:lnTo>
                  <a:pt x="1988093" y="1152431"/>
                </a:lnTo>
                <a:lnTo>
                  <a:pt x="2008499" y="1111923"/>
                </a:lnTo>
                <a:lnTo>
                  <a:pt x="2028139" y="1071270"/>
                </a:lnTo>
                <a:lnTo>
                  <a:pt x="2028256" y="1071038"/>
                </a:lnTo>
                <a:lnTo>
                  <a:pt x="2047347" y="1029776"/>
                </a:lnTo>
                <a:lnTo>
                  <a:pt x="2065777" y="988151"/>
                </a:lnTo>
                <a:lnTo>
                  <a:pt x="2083535" y="946166"/>
                </a:lnTo>
                <a:lnTo>
                  <a:pt x="2100613" y="903830"/>
                </a:lnTo>
                <a:lnTo>
                  <a:pt x="2117006" y="861149"/>
                </a:lnTo>
                <a:lnTo>
                  <a:pt x="2132706" y="818130"/>
                </a:lnTo>
                <a:lnTo>
                  <a:pt x="2147707" y="774779"/>
                </a:lnTo>
                <a:lnTo>
                  <a:pt x="2162002" y="731104"/>
                </a:lnTo>
                <a:lnTo>
                  <a:pt x="2175583" y="687110"/>
                </a:lnTo>
                <a:lnTo>
                  <a:pt x="2188444" y="642806"/>
                </a:lnTo>
                <a:lnTo>
                  <a:pt x="2200579" y="598197"/>
                </a:lnTo>
                <a:lnTo>
                  <a:pt x="2211981" y="553291"/>
                </a:lnTo>
                <a:lnTo>
                  <a:pt x="2222642" y="508095"/>
                </a:lnTo>
                <a:lnTo>
                  <a:pt x="2232556" y="462614"/>
                </a:lnTo>
                <a:lnTo>
                  <a:pt x="2241715" y="416857"/>
                </a:lnTo>
                <a:lnTo>
                  <a:pt x="2250115" y="370829"/>
                </a:lnTo>
                <a:lnTo>
                  <a:pt x="2257746" y="324539"/>
                </a:lnTo>
                <a:lnTo>
                  <a:pt x="2264603" y="277991"/>
                </a:lnTo>
                <a:lnTo>
                  <a:pt x="2270679" y="231194"/>
                </a:lnTo>
                <a:lnTo>
                  <a:pt x="2275967" y="184154"/>
                </a:lnTo>
                <a:lnTo>
                  <a:pt x="2280460" y="136878"/>
                </a:lnTo>
                <a:lnTo>
                  <a:pt x="2284152" y="89373"/>
                </a:lnTo>
                <a:lnTo>
                  <a:pt x="2286976" y="42622"/>
                </a:lnTo>
                <a:lnTo>
                  <a:pt x="2287031" y="41645"/>
                </a:lnTo>
                <a:lnTo>
                  <a:pt x="228883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444111" y="49354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79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10803" y="3751580"/>
            <a:ext cx="13263244" cy="2578100"/>
          </a:xfrm>
          <a:prstGeom prst="rect"/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2138680" algn="l"/>
              </a:tabLst>
            </a:pPr>
            <a:r>
              <a:rPr dirty="0" sz="7200" spc="455">
                <a:solidFill>
                  <a:srgbClr val="FFFFFF"/>
                </a:solidFill>
              </a:rPr>
              <a:t>04</a:t>
            </a:r>
            <a:r>
              <a:rPr dirty="0" sz="7200">
                <a:solidFill>
                  <a:srgbClr val="FFFFFF"/>
                </a:solidFill>
              </a:rPr>
              <a:t>	</a:t>
            </a:r>
            <a:r>
              <a:rPr dirty="0" sz="7200" spc="190">
                <a:solidFill>
                  <a:srgbClr val="FFFFFF"/>
                </a:solidFill>
              </a:rPr>
              <a:t>ARCHITECTURE</a:t>
            </a:r>
            <a:endParaRPr sz="7200"/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7200" spc="440">
                <a:solidFill>
                  <a:srgbClr val="FFFFFF"/>
                </a:solidFill>
              </a:rPr>
              <a:t>ET</a:t>
            </a:r>
            <a:r>
              <a:rPr dirty="0" sz="7200" spc="-100">
                <a:solidFill>
                  <a:srgbClr val="FFFFFF"/>
                </a:solidFill>
              </a:rPr>
              <a:t> </a:t>
            </a:r>
            <a:r>
              <a:rPr dirty="0" sz="7200">
                <a:solidFill>
                  <a:srgbClr val="FFFFFF"/>
                </a:solidFill>
              </a:rPr>
              <a:t>CHOIX</a:t>
            </a:r>
            <a:r>
              <a:rPr dirty="0" sz="7200" spc="-100">
                <a:solidFill>
                  <a:srgbClr val="FFFFFF"/>
                </a:solidFill>
              </a:rPr>
              <a:t> </a:t>
            </a:r>
            <a:r>
              <a:rPr dirty="0" sz="7200" spc="114">
                <a:solidFill>
                  <a:srgbClr val="FFFFFF"/>
                </a:solidFill>
              </a:rPr>
              <a:t>TECHNOLOGIQUE</a:t>
            </a:r>
            <a:endParaRPr sz="7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7901" y="2904586"/>
            <a:ext cx="15049499" cy="5267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5"/>
              <a:t>AR</a:t>
            </a:r>
            <a:r>
              <a:rPr dirty="0" spc="-150"/>
              <a:t>C</a:t>
            </a:r>
            <a:r>
              <a:rPr dirty="0" spc="-185"/>
              <a:t>H</a:t>
            </a:r>
            <a:r>
              <a:rPr dirty="0" spc="-395"/>
              <a:t>I</a:t>
            </a:r>
            <a:r>
              <a:rPr dirty="0" spc="-155"/>
              <a:t>T</a:t>
            </a:r>
            <a:r>
              <a:rPr dirty="0" spc="-170"/>
              <a:t>E</a:t>
            </a:r>
            <a:r>
              <a:rPr dirty="0" spc="-150"/>
              <a:t>C</a:t>
            </a:r>
            <a:r>
              <a:rPr dirty="0" spc="-155"/>
              <a:t>T</a:t>
            </a:r>
            <a:r>
              <a:rPr dirty="0" spc="-185"/>
              <a:t>UR</a:t>
            </a:r>
            <a:r>
              <a:rPr dirty="0" spc="140"/>
              <a:t>E</a:t>
            </a:r>
            <a:r>
              <a:rPr dirty="0" spc="-500"/>
              <a:t> </a:t>
            </a:r>
            <a:r>
              <a:rPr dirty="0" spc="-204"/>
              <a:t>P</a:t>
            </a:r>
            <a:r>
              <a:rPr dirty="0" spc="-220"/>
              <a:t>H</a:t>
            </a:r>
            <a:r>
              <a:rPr dirty="0" spc="-225"/>
              <a:t>Y</a:t>
            </a:r>
            <a:r>
              <a:rPr dirty="0" spc="-180"/>
              <a:t>S</a:t>
            </a:r>
            <a:r>
              <a:rPr dirty="0" spc="-430"/>
              <a:t>I</a:t>
            </a:r>
            <a:r>
              <a:rPr dirty="0" spc="-220"/>
              <a:t>QU</a:t>
            </a:r>
            <a:r>
              <a:rPr dirty="0" spc="105"/>
              <a:t>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0" y="1476150"/>
            <a:ext cx="4545330" cy="2644775"/>
          </a:xfrm>
          <a:custGeom>
            <a:avLst/>
            <a:gdLst/>
            <a:ahLst/>
            <a:cxnLst/>
            <a:rect l="l" t="t" r="r" b="b"/>
            <a:pathLst>
              <a:path w="4545330" h="2644775">
                <a:moveTo>
                  <a:pt x="1532951" y="2633425"/>
                </a:moveTo>
                <a:lnTo>
                  <a:pt x="1558152" y="2635821"/>
                </a:lnTo>
                <a:lnTo>
                  <a:pt x="1605657" y="2639512"/>
                </a:lnTo>
                <a:lnTo>
                  <a:pt x="1653385" y="2642395"/>
                </a:lnTo>
                <a:lnTo>
                  <a:pt x="1695017" y="2644191"/>
                </a:lnTo>
              </a:path>
              <a:path w="4545330" h="2644775">
                <a:moveTo>
                  <a:pt x="1900652" y="2644191"/>
                </a:moveTo>
                <a:lnTo>
                  <a:pt x="1942284" y="2642395"/>
                </a:lnTo>
                <a:lnTo>
                  <a:pt x="1990012" y="2639512"/>
                </a:lnTo>
                <a:lnTo>
                  <a:pt x="2037517" y="2635821"/>
                </a:lnTo>
                <a:lnTo>
                  <a:pt x="2062718" y="2633425"/>
                </a:lnTo>
              </a:path>
              <a:path w="4545330" h="2644775">
                <a:moveTo>
                  <a:pt x="1422907" y="2620725"/>
                </a:moveTo>
                <a:lnTo>
                  <a:pt x="1463836" y="2626040"/>
                </a:lnTo>
                <a:lnTo>
                  <a:pt x="1510876" y="2631327"/>
                </a:lnTo>
                <a:lnTo>
                  <a:pt x="1532951" y="2633425"/>
                </a:lnTo>
              </a:path>
              <a:path w="4545330" h="2644775">
                <a:moveTo>
                  <a:pt x="2062718" y="2633425"/>
                </a:moveTo>
                <a:lnTo>
                  <a:pt x="2084793" y="2631327"/>
                </a:lnTo>
                <a:lnTo>
                  <a:pt x="2131833" y="2626040"/>
                </a:lnTo>
                <a:lnTo>
                  <a:pt x="2172762" y="2620725"/>
                </a:lnTo>
              </a:path>
              <a:path w="4545330" h="2644775">
                <a:moveTo>
                  <a:pt x="1339672" y="2608025"/>
                </a:moveTo>
                <a:lnTo>
                  <a:pt x="1370491" y="2613106"/>
                </a:lnTo>
                <a:lnTo>
                  <a:pt x="1417039" y="2619964"/>
                </a:lnTo>
                <a:lnTo>
                  <a:pt x="1422907" y="2620725"/>
                </a:lnTo>
              </a:path>
              <a:path w="4545330" h="2644775">
                <a:moveTo>
                  <a:pt x="2172762" y="2620725"/>
                </a:moveTo>
                <a:lnTo>
                  <a:pt x="2178630" y="2619964"/>
                </a:lnTo>
                <a:lnTo>
                  <a:pt x="2225178" y="2613106"/>
                </a:lnTo>
                <a:lnTo>
                  <a:pt x="2255997" y="2608025"/>
                </a:lnTo>
              </a:path>
              <a:path w="4545330" h="2644775">
                <a:moveTo>
                  <a:pt x="0" y="1976655"/>
                </a:moveTo>
                <a:lnTo>
                  <a:pt x="53597" y="2021975"/>
                </a:lnTo>
                <a:lnTo>
                  <a:pt x="88556" y="2050233"/>
                </a:lnTo>
                <a:lnTo>
                  <a:pt x="123982" y="2077927"/>
                </a:lnTo>
                <a:lnTo>
                  <a:pt x="159870" y="2105052"/>
                </a:lnTo>
                <a:lnTo>
                  <a:pt x="196212" y="2131600"/>
                </a:lnTo>
                <a:lnTo>
                  <a:pt x="233001" y="2157565"/>
                </a:lnTo>
                <a:lnTo>
                  <a:pt x="270230" y="2182939"/>
                </a:lnTo>
                <a:lnTo>
                  <a:pt x="307893" y="2207716"/>
                </a:lnTo>
                <a:lnTo>
                  <a:pt x="345984" y="2231888"/>
                </a:lnTo>
                <a:lnTo>
                  <a:pt x="384494" y="2255450"/>
                </a:lnTo>
                <a:lnTo>
                  <a:pt x="423417" y="2278395"/>
                </a:lnTo>
                <a:lnTo>
                  <a:pt x="462747" y="2300714"/>
                </a:lnTo>
                <a:lnTo>
                  <a:pt x="502476" y="2322403"/>
                </a:lnTo>
                <a:lnTo>
                  <a:pt x="542599" y="2343453"/>
                </a:lnTo>
                <a:lnTo>
                  <a:pt x="583107" y="2363859"/>
                </a:lnTo>
                <a:lnTo>
                  <a:pt x="623994" y="2383612"/>
                </a:lnTo>
                <a:lnTo>
                  <a:pt x="665254" y="2402708"/>
                </a:lnTo>
                <a:lnTo>
                  <a:pt x="706879" y="2421137"/>
                </a:lnTo>
                <a:lnTo>
                  <a:pt x="748864" y="2438895"/>
                </a:lnTo>
                <a:lnTo>
                  <a:pt x="791199" y="2455974"/>
                </a:lnTo>
                <a:lnTo>
                  <a:pt x="833881" y="2472366"/>
                </a:lnTo>
                <a:lnTo>
                  <a:pt x="876900" y="2488067"/>
                </a:lnTo>
                <a:lnTo>
                  <a:pt x="920251" y="2503067"/>
                </a:lnTo>
                <a:lnTo>
                  <a:pt x="963926" y="2517362"/>
                </a:lnTo>
                <a:lnTo>
                  <a:pt x="1007893" y="2531038"/>
                </a:lnTo>
              </a:path>
              <a:path w="4545330" h="2644775">
                <a:moveTo>
                  <a:pt x="1063093" y="2546761"/>
                </a:moveTo>
                <a:lnTo>
                  <a:pt x="1141739" y="2567341"/>
                </a:lnTo>
                <a:lnTo>
                  <a:pt x="1186935" y="2578002"/>
                </a:lnTo>
                <a:lnTo>
                  <a:pt x="1232416" y="2587916"/>
                </a:lnTo>
                <a:lnTo>
                  <a:pt x="1278173" y="2597076"/>
                </a:lnTo>
                <a:lnTo>
                  <a:pt x="1324201" y="2605475"/>
                </a:lnTo>
                <a:lnTo>
                  <a:pt x="1339672" y="2608025"/>
                </a:lnTo>
              </a:path>
              <a:path w="4545330" h="2644775">
                <a:moveTo>
                  <a:pt x="2255997" y="2608025"/>
                </a:moveTo>
                <a:lnTo>
                  <a:pt x="2317496" y="2597076"/>
                </a:lnTo>
                <a:lnTo>
                  <a:pt x="2363253" y="2587916"/>
                </a:lnTo>
                <a:lnTo>
                  <a:pt x="2408734" y="2578002"/>
                </a:lnTo>
                <a:lnTo>
                  <a:pt x="2453930" y="2567341"/>
                </a:lnTo>
                <a:lnTo>
                  <a:pt x="2498836" y="2555940"/>
                </a:lnTo>
                <a:lnTo>
                  <a:pt x="2532579" y="2546760"/>
                </a:lnTo>
              </a:path>
              <a:path w="4545330" h="2644775">
                <a:moveTo>
                  <a:pt x="2587776" y="2531038"/>
                </a:moveTo>
                <a:lnTo>
                  <a:pt x="2631743" y="2517362"/>
                </a:lnTo>
                <a:lnTo>
                  <a:pt x="2675418" y="2503067"/>
                </a:lnTo>
                <a:lnTo>
                  <a:pt x="2718769" y="2488067"/>
                </a:lnTo>
                <a:lnTo>
                  <a:pt x="2761788" y="2472366"/>
                </a:lnTo>
                <a:lnTo>
                  <a:pt x="2804469" y="2455974"/>
                </a:lnTo>
                <a:lnTo>
                  <a:pt x="2846805" y="2438895"/>
                </a:lnTo>
                <a:lnTo>
                  <a:pt x="2888790" y="2421137"/>
                </a:lnTo>
                <a:lnTo>
                  <a:pt x="2930415" y="2402708"/>
                </a:lnTo>
                <a:lnTo>
                  <a:pt x="2971675" y="2383612"/>
                </a:lnTo>
                <a:lnTo>
                  <a:pt x="3012562" y="2363859"/>
                </a:lnTo>
                <a:lnTo>
                  <a:pt x="3053070" y="2343453"/>
                </a:lnTo>
                <a:lnTo>
                  <a:pt x="3093193" y="2322403"/>
                </a:lnTo>
                <a:lnTo>
                  <a:pt x="3132922" y="2300714"/>
                </a:lnTo>
                <a:lnTo>
                  <a:pt x="3172252" y="2278395"/>
                </a:lnTo>
                <a:lnTo>
                  <a:pt x="3211175" y="2255450"/>
                </a:lnTo>
                <a:lnTo>
                  <a:pt x="3249685" y="2231888"/>
                </a:lnTo>
                <a:lnTo>
                  <a:pt x="3287776" y="2207716"/>
                </a:lnTo>
                <a:lnTo>
                  <a:pt x="3325439" y="2182939"/>
                </a:lnTo>
                <a:lnTo>
                  <a:pt x="3362668" y="2157565"/>
                </a:lnTo>
                <a:lnTo>
                  <a:pt x="3399457" y="2131600"/>
                </a:lnTo>
                <a:lnTo>
                  <a:pt x="3435799" y="2105052"/>
                </a:lnTo>
                <a:lnTo>
                  <a:pt x="3471687" y="2077927"/>
                </a:lnTo>
                <a:lnTo>
                  <a:pt x="3507113" y="2050233"/>
                </a:lnTo>
                <a:lnTo>
                  <a:pt x="3542072" y="2021975"/>
                </a:lnTo>
                <a:lnTo>
                  <a:pt x="3576557" y="1993160"/>
                </a:lnTo>
                <a:lnTo>
                  <a:pt x="3610560" y="1963797"/>
                </a:lnTo>
                <a:lnTo>
                  <a:pt x="3644074" y="1933890"/>
                </a:lnTo>
                <a:lnTo>
                  <a:pt x="3677094" y="1903448"/>
                </a:lnTo>
                <a:lnTo>
                  <a:pt x="3709612" y="1872476"/>
                </a:lnTo>
                <a:lnTo>
                  <a:pt x="3741621" y="1840982"/>
                </a:lnTo>
                <a:lnTo>
                  <a:pt x="3773115" y="1808973"/>
                </a:lnTo>
                <a:lnTo>
                  <a:pt x="3804087" y="1776455"/>
                </a:lnTo>
                <a:lnTo>
                  <a:pt x="3834529" y="1743435"/>
                </a:lnTo>
                <a:lnTo>
                  <a:pt x="3864436" y="1709921"/>
                </a:lnTo>
                <a:lnTo>
                  <a:pt x="3893799" y="1675918"/>
                </a:lnTo>
                <a:lnTo>
                  <a:pt x="3922614" y="1641433"/>
                </a:lnTo>
                <a:lnTo>
                  <a:pt x="3950872" y="1606474"/>
                </a:lnTo>
                <a:lnTo>
                  <a:pt x="3978566" y="1571048"/>
                </a:lnTo>
                <a:lnTo>
                  <a:pt x="4005691" y="1535160"/>
                </a:lnTo>
                <a:lnTo>
                  <a:pt x="4032239" y="1498818"/>
                </a:lnTo>
                <a:lnTo>
                  <a:pt x="4058204" y="1462029"/>
                </a:lnTo>
                <a:lnTo>
                  <a:pt x="4083578" y="1424800"/>
                </a:lnTo>
                <a:lnTo>
                  <a:pt x="4108355" y="1387137"/>
                </a:lnTo>
                <a:lnTo>
                  <a:pt x="4132527" y="1349046"/>
                </a:lnTo>
                <a:lnTo>
                  <a:pt x="4156089" y="1310536"/>
                </a:lnTo>
                <a:lnTo>
                  <a:pt x="4179034" y="1271613"/>
                </a:lnTo>
                <a:lnTo>
                  <a:pt x="4201353" y="1232283"/>
                </a:lnTo>
                <a:lnTo>
                  <a:pt x="4223042" y="1192554"/>
                </a:lnTo>
                <a:lnTo>
                  <a:pt x="4244092" y="1152431"/>
                </a:lnTo>
                <a:lnTo>
                  <a:pt x="4264498" y="1111923"/>
                </a:lnTo>
                <a:lnTo>
                  <a:pt x="4284138" y="1071271"/>
                </a:lnTo>
                <a:lnTo>
                  <a:pt x="4284255" y="1071038"/>
                </a:lnTo>
                <a:lnTo>
                  <a:pt x="4303347" y="1029776"/>
                </a:lnTo>
                <a:lnTo>
                  <a:pt x="4321776" y="988151"/>
                </a:lnTo>
                <a:lnTo>
                  <a:pt x="4339534" y="946166"/>
                </a:lnTo>
                <a:lnTo>
                  <a:pt x="4356613" y="903830"/>
                </a:lnTo>
                <a:lnTo>
                  <a:pt x="4373005" y="861149"/>
                </a:lnTo>
                <a:lnTo>
                  <a:pt x="4388705" y="818130"/>
                </a:lnTo>
                <a:lnTo>
                  <a:pt x="4403706" y="774779"/>
                </a:lnTo>
                <a:lnTo>
                  <a:pt x="4418001" y="731104"/>
                </a:lnTo>
                <a:lnTo>
                  <a:pt x="4431582" y="687110"/>
                </a:lnTo>
                <a:lnTo>
                  <a:pt x="4444444" y="642806"/>
                </a:lnTo>
                <a:lnTo>
                  <a:pt x="4456578" y="598197"/>
                </a:lnTo>
                <a:lnTo>
                  <a:pt x="4467980" y="553291"/>
                </a:lnTo>
                <a:lnTo>
                  <a:pt x="4478641" y="508095"/>
                </a:lnTo>
                <a:lnTo>
                  <a:pt x="4488555" y="462614"/>
                </a:lnTo>
                <a:lnTo>
                  <a:pt x="4497715" y="416857"/>
                </a:lnTo>
                <a:lnTo>
                  <a:pt x="4506114" y="370829"/>
                </a:lnTo>
                <a:lnTo>
                  <a:pt x="4513745" y="324539"/>
                </a:lnTo>
                <a:lnTo>
                  <a:pt x="4520603" y="277991"/>
                </a:lnTo>
                <a:lnTo>
                  <a:pt x="4526678" y="231194"/>
                </a:lnTo>
                <a:lnTo>
                  <a:pt x="4531966" y="184154"/>
                </a:lnTo>
                <a:lnTo>
                  <a:pt x="4536460" y="136878"/>
                </a:lnTo>
                <a:lnTo>
                  <a:pt x="4540151" y="89373"/>
                </a:lnTo>
                <a:lnTo>
                  <a:pt x="4542975" y="42622"/>
                </a:lnTo>
                <a:lnTo>
                  <a:pt x="4543030" y="41645"/>
                </a:lnTo>
                <a:lnTo>
                  <a:pt x="454483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6766706" y="8954862"/>
            <a:ext cx="72580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220" b="1">
                <a:solidFill>
                  <a:srgbClr val="4F86EC"/>
                </a:solidFill>
                <a:latin typeface="Tahoma"/>
                <a:cs typeface="Tahoma"/>
              </a:rPr>
              <a:t>20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9484" y="2405737"/>
            <a:ext cx="8553449" cy="65722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5"/>
              <a:t>AR</a:t>
            </a:r>
            <a:r>
              <a:rPr dirty="0" spc="-150"/>
              <a:t>C</a:t>
            </a:r>
            <a:r>
              <a:rPr dirty="0" spc="-185"/>
              <a:t>H</a:t>
            </a:r>
            <a:r>
              <a:rPr dirty="0" spc="-395"/>
              <a:t>I</a:t>
            </a:r>
            <a:r>
              <a:rPr dirty="0" spc="-155"/>
              <a:t>T</a:t>
            </a:r>
            <a:r>
              <a:rPr dirty="0" spc="-170"/>
              <a:t>E</a:t>
            </a:r>
            <a:r>
              <a:rPr dirty="0" spc="-150"/>
              <a:t>C</a:t>
            </a:r>
            <a:r>
              <a:rPr dirty="0" spc="-155"/>
              <a:t>T</a:t>
            </a:r>
            <a:r>
              <a:rPr dirty="0" spc="-185"/>
              <a:t>UR</a:t>
            </a:r>
            <a:r>
              <a:rPr dirty="0" spc="140"/>
              <a:t>E</a:t>
            </a:r>
            <a:r>
              <a:rPr dirty="0" spc="-500"/>
              <a:t> </a:t>
            </a:r>
            <a:r>
              <a:rPr dirty="0" spc="-340"/>
              <a:t>LO</a:t>
            </a:r>
            <a:r>
              <a:rPr dirty="0" spc="-330"/>
              <a:t>G</a:t>
            </a:r>
            <a:r>
              <a:rPr dirty="0" spc="-550"/>
              <a:t>I</a:t>
            </a:r>
            <a:r>
              <a:rPr dirty="0" spc="-340"/>
              <a:t>QU</a:t>
            </a:r>
            <a:r>
              <a:rPr dirty="0" spc="-15"/>
              <a:t>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0" y="3452805"/>
            <a:ext cx="1695450" cy="668020"/>
          </a:xfrm>
          <a:custGeom>
            <a:avLst/>
            <a:gdLst/>
            <a:ahLst/>
            <a:cxnLst/>
            <a:rect l="l" t="t" r="r" b="b"/>
            <a:pathLst>
              <a:path w="1695450" h="668020">
                <a:moveTo>
                  <a:pt x="1532951" y="656770"/>
                </a:moveTo>
                <a:lnTo>
                  <a:pt x="1558152" y="659165"/>
                </a:lnTo>
                <a:lnTo>
                  <a:pt x="1605657" y="662856"/>
                </a:lnTo>
                <a:lnTo>
                  <a:pt x="1653385" y="665739"/>
                </a:lnTo>
                <a:lnTo>
                  <a:pt x="1695017" y="667535"/>
                </a:lnTo>
              </a:path>
              <a:path w="1695450" h="668020">
                <a:moveTo>
                  <a:pt x="1422907" y="644070"/>
                </a:moveTo>
                <a:lnTo>
                  <a:pt x="1463836" y="649384"/>
                </a:lnTo>
                <a:lnTo>
                  <a:pt x="1510876" y="654672"/>
                </a:lnTo>
                <a:lnTo>
                  <a:pt x="1532951" y="656770"/>
                </a:lnTo>
              </a:path>
              <a:path w="1695450" h="668020">
                <a:moveTo>
                  <a:pt x="1339672" y="631370"/>
                </a:moveTo>
                <a:lnTo>
                  <a:pt x="1370491" y="636451"/>
                </a:lnTo>
                <a:lnTo>
                  <a:pt x="1417039" y="643308"/>
                </a:lnTo>
                <a:lnTo>
                  <a:pt x="1422907" y="644070"/>
                </a:lnTo>
              </a:path>
              <a:path w="1695450" h="668020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695450" h="668020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00652" y="1476150"/>
            <a:ext cx="2644775" cy="2644775"/>
          </a:xfrm>
          <a:custGeom>
            <a:avLst/>
            <a:gdLst/>
            <a:ahLst/>
            <a:cxnLst/>
            <a:rect l="l" t="t" r="r" b="b"/>
            <a:pathLst>
              <a:path w="2644775" h="2644775">
                <a:moveTo>
                  <a:pt x="0" y="2644191"/>
                </a:moveTo>
                <a:lnTo>
                  <a:pt x="41632" y="2642395"/>
                </a:lnTo>
                <a:lnTo>
                  <a:pt x="89360" y="2639512"/>
                </a:lnTo>
                <a:lnTo>
                  <a:pt x="136865" y="2635821"/>
                </a:lnTo>
                <a:lnTo>
                  <a:pt x="162066" y="2633425"/>
                </a:lnTo>
              </a:path>
              <a:path w="2644775" h="2644775">
                <a:moveTo>
                  <a:pt x="162066" y="2633425"/>
                </a:moveTo>
                <a:lnTo>
                  <a:pt x="184141" y="2631327"/>
                </a:lnTo>
                <a:lnTo>
                  <a:pt x="231181" y="2626040"/>
                </a:lnTo>
                <a:lnTo>
                  <a:pt x="272110" y="2620725"/>
                </a:lnTo>
              </a:path>
              <a:path w="2644775" h="2644775">
                <a:moveTo>
                  <a:pt x="272110" y="2620725"/>
                </a:moveTo>
                <a:lnTo>
                  <a:pt x="277978" y="2619964"/>
                </a:lnTo>
                <a:lnTo>
                  <a:pt x="324526" y="2613106"/>
                </a:lnTo>
                <a:lnTo>
                  <a:pt x="355345" y="2608025"/>
                </a:lnTo>
              </a:path>
              <a:path w="2644775" h="2644775">
                <a:moveTo>
                  <a:pt x="355345" y="2608025"/>
                </a:moveTo>
                <a:lnTo>
                  <a:pt x="416844" y="2597076"/>
                </a:lnTo>
                <a:lnTo>
                  <a:pt x="462601" y="2587916"/>
                </a:lnTo>
                <a:lnTo>
                  <a:pt x="508082" y="2578002"/>
                </a:lnTo>
                <a:lnTo>
                  <a:pt x="553278" y="2567341"/>
                </a:lnTo>
                <a:lnTo>
                  <a:pt x="598184" y="2555940"/>
                </a:lnTo>
                <a:lnTo>
                  <a:pt x="631927" y="2546760"/>
                </a:lnTo>
              </a:path>
              <a:path w="2644775" h="2644775">
                <a:moveTo>
                  <a:pt x="687124" y="2531038"/>
                </a:moveTo>
                <a:lnTo>
                  <a:pt x="731091" y="2517362"/>
                </a:lnTo>
                <a:lnTo>
                  <a:pt x="774766" y="2503067"/>
                </a:lnTo>
                <a:lnTo>
                  <a:pt x="818117" y="2488067"/>
                </a:lnTo>
                <a:lnTo>
                  <a:pt x="861136" y="2472366"/>
                </a:lnTo>
                <a:lnTo>
                  <a:pt x="903817" y="2455974"/>
                </a:lnTo>
                <a:lnTo>
                  <a:pt x="946153" y="2438895"/>
                </a:lnTo>
                <a:lnTo>
                  <a:pt x="988137" y="2421137"/>
                </a:lnTo>
                <a:lnTo>
                  <a:pt x="1029763" y="2402708"/>
                </a:lnTo>
                <a:lnTo>
                  <a:pt x="1071023" y="2383612"/>
                </a:lnTo>
                <a:lnTo>
                  <a:pt x="1111910" y="2363859"/>
                </a:lnTo>
                <a:lnTo>
                  <a:pt x="1152418" y="2343453"/>
                </a:lnTo>
                <a:lnTo>
                  <a:pt x="1192540" y="2322403"/>
                </a:lnTo>
                <a:lnTo>
                  <a:pt x="1232270" y="2300714"/>
                </a:lnTo>
                <a:lnTo>
                  <a:pt x="1271600" y="2278395"/>
                </a:lnTo>
                <a:lnTo>
                  <a:pt x="1310523" y="2255450"/>
                </a:lnTo>
                <a:lnTo>
                  <a:pt x="1349033" y="2231888"/>
                </a:lnTo>
                <a:lnTo>
                  <a:pt x="1387123" y="2207716"/>
                </a:lnTo>
                <a:lnTo>
                  <a:pt x="1424787" y="2182939"/>
                </a:lnTo>
                <a:lnTo>
                  <a:pt x="1462016" y="2157565"/>
                </a:lnTo>
                <a:lnTo>
                  <a:pt x="1498805" y="2131600"/>
                </a:lnTo>
                <a:lnTo>
                  <a:pt x="1535147" y="2105052"/>
                </a:lnTo>
                <a:lnTo>
                  <a:pt x="1571035" y="2077927"/>
                </a:lnTo>
                <a:lnTo>
                  <a:pt x="1606461" y="2050233"/>
                </a:lnTo>
                <a:lnTo>
                  <a:pt x="1641420" y="2021975"/>
                </a:lnTo>
                <a:lnTo>
                  <a:pt x="1675905" y="1993160"/>
                </a:lnTo>
                <a:lnTo>
                  <a:pt x="1709908" y="1963797"/>
                </a:lnTo>
                <a:lnTo>
                  <a:pt x="1743422" y="1933890"/>
                </a:lnTo>
                <a:lnTo>
                  <a:pt x="1776442" y="1903448"/>
                </a:lnTo>
                <a:lnTo>
                  <a:pt x="1808960" y="1872476"/>
                </a:lnTo>
                <a:lnTo>
                  <a:pt x="1840969" y="1840982"/>
                </a:lnTo>
                <a:lnTo>
                  <a:pt x="1872463" y="1808973"/>
                </a:lnTo>
                <a:lnTo>
                  <a:pt x="1903434" y="1776455"/>
                </a:lnTo>
                <a:lnTo>
                  <a:pt x="1933877" y="1743435"/>
                </a:lnTo>
                <a:lnTo>
                  <a:pt x="1963783" y="1709921"/>
                </a:lnTo>
                <a:lnTo>
                  <a:pt x="1993147" y="1675918"/>
                </a:lnTo>
                <a:lnTo>
                  <a:pt x="2021962" y="1641433"/>
                </a:lnTo>
                <a:lnTo>
                  <a:pt x="2050220" y="1606474"/>
                </a:lnTo>
                <a:lnTo>
                  <a:pt x="2077914" y="1571048"/>
                </a:lnTo>
                <a:lnTo>
                  <a:pt x="2105039" y="1535160"/>
                </a:lnTo>
                <a:lnTo>
                  <a:pt x="2131587" y="1498818"/>
                </a:lnTo>
                <a:lnTo>
                  <a:pt x="2157552" y="1462029"/>
                </a:lnTo>
                <a:lnTo>
                  <a:pt x="2182926" y="1424800"/>
                </a:lnTo>
                <a:lnTo>
                  <a:pt x="2207703" y="1387137"/>
                </a:lnTo>
                <a:lnTo>
                  <a:pt x="2231875" y="1349046"/>
                </a:lnTo>
                <a:lnTo>
                  <a:pt x="2255437" y="1310536"/>
                </a:lnTo>
                <a:lnTo>
                  <a:pt x="2278382" y="1271613"/>
                </a:lnTo>
                <a:lnTo>
                  <a:pt x="2300701" y="1232283"/>
                </a:lnTo>
                <a:lnTo>
                  <a:pt x="2322390" y="1192554"/>
                </a:lnTo>
                <a:lnTo>
                  <a:pt x="2343440" y="1152431"/>
                </a:lnTo>
                <a:lnTo>
                  <a:pt x="2363846" y="1111923"/>
                </a:lnTo>
                <a:lnTo>
                  <a:pt x="2383486" y="1071271"/>
                </a:lnTo>
                <a:lnTo>
                  <a:pt x="2383603" y="1071038"/>
                </a:lnTo>
                <a:lnTo>
                  <a:pt x="2402694" y="1029776"/>
                </a:lnTo>
                <a:lnTo>
                  <a:pt x="2421124" y="988151"/>
                </a:lnTo>
                <a:lnTo>
                  <a:pt x="2438882" y="946166"/>
                </a:lnTo>
                <a:lnTo>
                  <a:pt x="2455960" y="903830"/>
                </a:lnTo>
                <a:lnTo>
                  <a:pt x="2472353" y="861149"/>
                </a:lnTo>
                <a:lnTo>
                  <a:pt x="2488053" y="818130"/>
                </a:lnTo>
                <a:lnTo>
                  <a:pt x="2503054" y="774779"/>
                </a:lnTo>
                <a:lnTo>
                  <a:pt x="2517349" y="731104"/>
                </a:lnTo>
                <a:lnTo>
                  <a:pt x="2530930" y="687110"/>
                </a:lnTo>
                <a:lnTo>
                  <a:pt x="2543792" y="642806"/>
                </a:lnTo>
                <a:lnTo>
                  <a:pt x="2555926" y="598197"/>
                </a:lnTo>
                <a:lnTo>
                  <a:pt x="2567328" y="553291"/>
                </a:lnTo>
                <a:lnTo>
                  <a:pt x="2577989" y="508095"/>
                </a:lnTo>
                <a:lnTo>
                  <a:pt x="2587903" y="462614"/>
                </a:lnTo>
                <a:lnTo>
                  <a:pt x="2597063" y="416857"/>
                </a:lnTo>
                <a:lnTo>
                  <a:pt x="2605462" y="370829"/>
                </a:lnTo>
                <a:lnTo>
                  <a:pt x="2613093" y="324539"/>
                </a:lnTo>
                <a:lnTo>
                  <a:pt x="2619950" y="277991"/>
                </a:lnTo>
                <a:lnTo>
                  <a:pt x="2626026" y="231194"/>
                </a:lnTo>
                <a:lnTo>
                  <a:pt x="2631314" y="184154"/>
                </a:lnTo>
                <a:lnTo>
                  <a:pt x="2635807" y="136878"/>
                </a:lnTo>
                <a:lnTo>
                  <a:pt x="2639499" y="89373"/>
                </a:lnTo>
                <a:lnTo>
                  <a:pt x="2642323" y="42622"/>
                </a:lnTo>
                <a:lnTo>
                  <a:pt x="2642378" y="41645"/>
                </a:lnTo>
                <a:lnTo>
                  <a:pt x="2644178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6766706" y="8954862"/>
            <a:ext cx="55689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440" b="1">
                <a:solidFill>
                  <a:srgbClr val="4F86EC"/>
                </a:solidFill>
                <a:latin typeface="Tahoma"/>
                <a:cs typeface="Tahoma"/>
              </a:rPr>
              <a:t>21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876" y="2993495"/>
            <a:ext cx="2095499" cy="2095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8697" y="2993495"/>
            <a:ext cx="2152649" cy="2152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35019" y="2865758"/>
            <a:ext cx="3648074" cy="22764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16013" y="6627958"/>
            <a:ext cx="2000249" cy="1990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97823" y="6320233"/>
            <a:ext cx="2476499" cy="24764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0"/>
              <a:t>C</a:t>
            </a:r>
            <a:r>
              <a:rPr dirty="0" spc="-335"/>
              <a:t>HO</a:t>
            </a:r>
            <a:r>
              <a:rPr dirty="0" spc="-545"/>
              <a:t>I</a:t>
            </a:r>
            <a:r>
              <a:rPr dirty="0" spc="-10"/>
              <a:t>X</a:t>
            </a:r>
            <a:r>
              <a:rPr dirty="0" spc="-605"/>
              <a:t> </a:t>
            </a:r>
            <a:r>
              <a:rPr dirty="0" spc="-175"/>
              <a:t>T</a:t>
            </a:r>
            <a:r>
              <a:rPr dirty="0" spc="-190"/>
              <a:t>E</a:t>
            </a:r>
            <a:r>
              <a:rPr dirty="0" spc="-170"/>
              <a:t>C</a:t>
            </a:r>
            <a:r>
              <a:rPr dirty="0" spc="-204"/>
              <a:t>HNOLO</a:t>
            </a:r>
            <a:r>
              <a:rPr dirty="0" spc="-195"/>
              <a:t>G</a:t>
            </a:r>
            <a:r>
              <a:rPr dirty="0" spc="-415"/>
              <a:t>I</a:t>
            </a:r>
            <a:r>
              <a:rPr dirty="0" spc="-204"/>
              <a:t>QU</a:t>
            </a:r>
            <a:r>
              <a:rPr dirty="0" spc="120"/>
              <a:t>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828458" y="5461839"/>
            <a:ext cx="242189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25" b="1">
                <a:latin typeface="Tahoma"/>
                <a:cs typeface="Tahoma"/>
              </a:rPr>
              <a:t>Spring</a:t>
            </a:r>
            <a:r>
              <a:rPr dirty="0" sz="3400" spc="-370" b="1">
                <a:latin typeface="Tahoma"/>
                <a:cs typeface="Tahoma"/>
              </a:rPr>
              <a:t> </a:t>
            </a:r>
            <a:r>
              <a:rPr dirty="0" sz="3400" spc="-20" b="1">
                <a:latin typeface="Tahoma"/>
                <a:cs typeface="Tahoma"/>
              </a:rPr>
              <a:t>Boot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87314" y="5461839"/>
            <a:ext cx="157099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70" b="1">
                <a:latin typeface="Tahoma"/>
                <a:cs typeface="Tahoma"/>
              </a:rPr>
              <a:t>Angular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348026" y="5461839"/>
            <a:ext cx="148526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40" b="1">
                <a:latin typeface="Tahoma"/>
                <a:cs typeface="Tahoma"/>
              </a:rPr>
              <a:t>MySQL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0" y="3444580"/>
            <a:ext cx="1704975" cy="676275"/>
          </a:xfrm>
          <a:custGeom>
            <a:avLst/>
            <a:gdLst/>
            <a:ahLst/>
            <a:cxnLst/>
            <a:rect l="l" t="t" r="r" b="b"/>
            <a:pathLst>
              <a:path w="1704975" h="676275">
                <a:moveTo>
                  <a:pt x="1542476" y="664995"/>
                </a:moveTo>
                <a:lnTo>
                  <a:pt x="1567677" y="667390"/>
                </a:lnTo>
                <a:lnTo>
                  <a:pt x="1615182" y="671082"/>
                </a:lnTo>
                <a:lnTo>
                  <a:pt x="1662910" y="673965"/>
                </a:lnTo>
                <a:lnTo>
                  <a:pt x="1704542" y="675760"/>
                </a:lnTo>
              </a:path>
              <a:path w="1704975" h="676275">
                <a:moveTo>
                  <a:pt x="1432432" y="652295"/>
                </a:moveTo>
                <a:lnTo>
                  <a:pt x="1473361" y="657609"/>
                </a:lnTo>
                <a:lnTo>
                  <a:pt x="1520401" y="662897"/>
                </a:lnTo>
                <a:lnTo>
                  <a:pt x="1542476" y="664995"/>
                </a:lnTo>
              </a:path>
              <a:path w="1704975" h="676275">
                <a:moveTo>
                  <a:pt x="1349197" y="639595"/>
                </a:moveTo>
                <a:lnTo>
                  <a:pt x="1380016" y="644676"/>
                </a:lnTo>
                <a:lnTo>
                  <a:pt x="1426564" y="651533"/>
                </a:lnTo>
                <a:lnTo>
                  <a:pt x="1432432" y="652295"/>
                </a:lnTo>
              </a:path>
              <a:path w="1704975" h="676275">
                <a:moveTo>
                  <a:pt x="0" y="0"/>
                </a:moveTo>
                <a:lnTo>
                  <a:pt x="63122" y="53545"/>
                </a:lnTo>
                <a:lnTo>
                  <a:pt x="98081" y="81802"/>
                </a:lnTo>
                <a:lnTo>
                  <a:pt x="133507" y="109497"/>
                </a:lnTo>
                <a:lnTo>
                  <a:pt x="169395" y="136622"/>
                </a:lnTo>
                <a:lnTo>
                  <a:pt x="205737" y="163170"/>
                </a:lnTo>
                <a:lnTo>
                  <a:pt x="242526" y="189135"/>
                </a:lnTo>
                <a:lnTo>
                  <a:pt x="279755" y="214509"/>
                </a:lnTo>
                <a:lnTo>
                  <a:pt x="317418" y="239286"/>
                </a:lnTo>
                <a:lnTo>
                  <a:pt x="355509" y="263458"/>
                </a:lnTo>
                <a:lnTo>
                  <a:pt x="394019" y="287020"/>
                </a:lnTo>
                <a:lnTo>
                  <a:pt x="432942" y="309964"/>
                </a:lnTo>
                <a:lnTo>
                  <a:pt x="472272" y="332284"/>
                </a:lnTo>
                <a:lnTo>
                  <a:pt x="512001" y="353973"/>
                </a:lnTo>
                <a:lnTo>
                  <a:pt x="552124" y="375023"/>
                </a:lnTo>
                <a:lnTo>
                  <a:pt x="592632" y="395429"/>
                </a:lnTo>
                <a:lnTo>
                  <a:pt x="633519" y="415182"/>
                </a:lnTo>
                <a:lnTo>
                  <a:pt x="674779" y="434277"/>
                </a:lnTo>
                <a:lnTo>
                  <a:pt x="716404" y="452707"/>
                </a:lnTo>
                <a:lnTo>
                  <a:pt x="758389" y="470465"/>
                </a:lnTo>
                <a:lnTo>
                  <a:pt x="800724" y="487543"/>
                </a:lnTo>
                <a:lnTo>
                  <a:pt x="843406" y="503936"/>
                </a:lnTo>
                <a:lnTo>
                  <a:pt x="886425" y="519636"/>
                </a:lnTo>
                <a:lnTo>
                  <a:pt x="929776" y="534637"/>
                </a:lnTo>
                <a:lnTo>
                  <a:pt x="973451" y="548932"/>
                </a:lnTo>
                <a:lnTo>
                  <a:pt x="1017418" y="562608"/>
                </a:lnTo>
              </a:path>
              <a:path w="1704975" h="676275">
                <a:moveTo>
                  <a:pt x="1072618" y="578331"/>
                </a:moveTo>
                <a:lnTo>
                  <a:pt x="1151264" y="598911"/>
                </a:lnTo>
                <a:lnTo>
                  <a:pt x="1196460" y="609572"/>
                </a:lnTo>
                <a:lnTo>
                  <a:pt x="1241941" y="619486"/>
                </a:lnTo>
                <a:lnTo>
                  <a:pt x="1287698" y="628645"/>
                </a:lnTo>
                <a:lnTo>
                  <a:pt x="1333726" y="637045"/>
                </a:lnTo>
                <a:lnTo>
                  <a:pt x="1349197" y="63959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910177" y="1476150"/>
            <a:ext cx="2644775" cy="2644775"/>
          </a:xfrm>
          <a:custGeom>
            <a:avLst/>
            <a:gdLst/>
            <a:ahLst/>
            <a:cxnLst/>
            <a:rect l="l" t="t" r="r" b="b"/>
            <a:pathLst>
              <a:path w="2644775" h="2644775">
                <a:moveTo>
                  <a:pt x="0" y="2644191"/>
                </a:moveTo>
                <a:lnTo>
                  <a:pt x="41632" y="2642395"/>
                </a:lnTo>
                <a:lnTo>
                  <a:pt x="89360" y="2639512"/>
                </a:lnTo>
                <a:lnTo>
                  <a:pt x="136865" y="2635821"/>
                </a:lnTo>
                <a:lnTo>
                  <a:pt x="162066" y="2633425"/>
                </a:lnTo>
              </a:path>
              <a:path w="2644775" h="2644775">
                <a:moveTo>
                  <a:pt x="162066" y="2633425"/>
                </a:moveTo>
                <a:lnTo>
                  <a:pt x="184141" y="2631327"/>
                </a:lnTo>
                <a:lnTo>
                  <a:pt x="231181" y="2626040"/>
                </a:lnTo>
                <a:lnTo>
                  <a:pt x="272110" y="2620725"/>
                </a:lnTo>
              </a:path>
              <a:path w="2644775" h="2644775">
                <a:moveTo>
                  <a:pt x="272110" y="2620725"/>
                </a:moveTo>
                <a:lnTo>
                  <a:pt x="277978" y="2619964"/>
                </a:lnTo>
                <a:lnTo>
                  <a:pt x="324526" y="2613106"/>
                </a:lnTo>
                <a:lnTo>
                  <a:pt x="355345" y="2608025"/>
                </a:lnTo>
              </a:path>
              <a:path w="2644775" h="2644775">
                <a:moveTo>
                  <a:pt x="355345" y="2608025"/>
                </a:moveTo>
                <a:lnTo>
                  <a:pt x="416844" y="2597076"/>
                </a:lnTo>
                <a:lnTo>
                  <a:pt x="462601" y="2587916"/>
                </a:lnTo>
                <a:lnTo>
                  <a:pt x="508082" y="2578002"/>
                </a:lnTo>
                <a:lnTo>
                  <a:pt x="553278" y="2567341"/>
                </a:lnTo>
                <a:lnTo>
                  <a:pt x="598184" y="2555940"/>
                </a:lnTo>
                <a:lnTo>
                  <a:pt x="631927" y="2546760"/>
                </a:lnTo>
              </a:path>
              <a:path w="2644775" h="2644775">
                <a:moveTo>
                  <a:pt x="687124" y="2531038"/>
                </a:moveTo>
                <a:lnTo>
                  <a:pt x="731091" y="2517362"/>
                </a:lnTo>
                <a:lnTo>
                  <a:pt x="774766" y="2503067"/>
                </a:lnTo>
                <a:lnTo>
                  <a:pt x="818117" y="2488067"/>
                </a:lnTo>
                <a:lnTo>
                  <a:pt x="861136" y="2472366"/>
                </a:lnTo>
                <a:lnTo>
                  <a:pt x="903817" y="2455974"/>
                </a:lnTo>
                <a:lnTo>
                  <a:pt x="946153" y="2438895"/>
                </a:lnTo>
                <a:lnTo>
                  <a:pt x="988137" y="2421137"/>
                </a:lnTo>
                <a:lnTo>
                  <a:pt x="1029763" y="2402708"/>
                </a:lnTo>
                <a:lnTo>
                  <a:pt x="1071023" y="2383612"/>
                </a:lnTo>
                <a:lnTo>
                  <a:pt x="1111910" y="2363859"/>
                </a:lnTo>
                <a:lnTo>
                  <a:pt x="1152418" y="2343453"/>
                </a:lnTo>
                <a:lnTo>
                  <a:pt x="1192540" y="2322403"/>
                </a:lnTo>
                <a:lnTo>
                  <a:pt x="1232270" y="2300714"/>
                </a:lnTo>
                <a:lnTo>
                  <a:pt x="1271600" y="2278395"/>
                </a:lnTo>
                <a:lnTo>
                  <a:pt x="1310523" y="2255450"/>
                </a:lnTo>
                <a:lnTo>
                  <a:pt x="1349033" y="2231888"/>
                </a:lnTo>
                <a:lnTo>
                  <a:pt x="1387123" y="2207716"/>
                </a:lnTo>
                <a:lnTo>
                  <a:pt x="1424787" y="2182939"/>
                </a:lnTo>
                <a:lnTo>
                  <a:pt x="1462016" y="2157565"/>
                </a:lnTo>
                <a:lnTo>
                  <a:pt x="1498805" y="2131600"/>
                </a:lnTo>
                <a:lnTo>
                  <a:pt x="1535147" y="2105052"/>
                </a:lnTo>
                <a:lnTo>
                  <a:pt x="1571035" y="2077927"/>
                </a:lnTo>
                <a:lnTo>
                  <a:pt x="1606461" y="2050233"/>
                </a:lnTo>
                <a:lnTo>
                  <a:pt x="1641420" y="2021975"/>
                </a:lnTo>
                <a:lnTo>
                  <a:pt x="1675905" y="1993160"/>
                </a:lnTo>
                <a:lnTo>
                  <a:pt x="1709908" y="1963797"/>
                </a:lnTo>
                <a:lnTo>
                  <a:pt x="1743422" y="1933890"/>
                </a:lnTo>
                <a:lnTo>
                  <a:pt x="1776442" y="1903448"/>
                </a:lnTo>
                <a:lnTo>
                  <a:pt x="1808960" y="1872476"/>
                </a:lnTo>
                <a:lnTo>
                  <a:pt x="1840969" y="1840982"/>
                </a:lnTo>
                <a:lnTo>
                  <a:pt x="1872463" y="1808973"/>
                </a:lnTo>
                <a:lnTo>
                  <a:pt x="1903434" y="1776455"/>
                </a:lnTo>
                <a:lnTo>
                  <a:pt x="1933877" y="1743435"/>
                </a:lnTo>
                <a:lnTo>
                  <a:pt x="1963783" y="1709921"/>
                </a:lnTo>
                <a:lnTo>
                  <a:pt x="1993147" y="1675918"/>
                </a:lnTo>
                <a:lnTo>
                  <a:pt x="2021962" y="1641433"/>
                </a:lnTo>
                <a:lnTo>
                  <a:pt x="2050220" y="1606474"/>
                </a:lnTo>
                <a:lnTo>
                  <a:pt x="2077914" y="1571048"/>
                </a:lnTo>
                <a:lnTo>
                  <a:pt x="2105039" y="1535160"/>
                </a:lnTo>
                <a:lnTo>
                  <a:pt x="2131587" y="1498818"/>
                </a:lnTo>
                <a:lnTo>
                  <a:pt x="2157552" y="1462029"/>
                </a:lnTo>
                <a:lnTo>
                  <a:pt x="2182926" y="1424800"/>
                </a:lnTo>
                <a:lnTo>
                  <a:pt x="2207703" y="1387137"/>
                </a:lnTo>
                <a:lnTo>
                  <a:pt x="2231875" y="1349046"/>
                </a:lnTo>
                <a:lnTo>
                  <a:pt x="2255437" y="1310536"/>
                </a:lnTo>
                <a:lnTo>
                  <a:pt x="2278382" y="1271613"/>
                </a:lnTo>
                <a:lnTo>
                  <a:pt x="2300701" y="1232283"/>
                </a:lnTo>
                <a:lnTo>
                  <a:pt x="2322390" y="1192554"/>
                </a:lnTo>
                <a:lnTo>
                  <a:pt x="2343440" y="1152431"/>
                </a:lnTo>
                <a:lnTo>
                  <a:pt x="2363846" y="1111923"/>
                </a:lnTo>
                <a:lnTo>
                  <a:pt x="2383486" y="1071271"/>
                </a:lnTo>
                <a:lnTo>
                  <a:pt x="2383603" y="1071038"/>
                </a:lnTo>
                <a:lnTo>
                  <a:pt x="2402694" y="1029776"/>
                </a:lnTo>
                <a:lnTo>
                  <a:pt x="2421124" y="988151"/>
                </a:lnTo>
                <a:lnTo>
                  <a:pt x="2438882" y="946166"/>
                </a:lnTo>
                <a:lnTo>
                  <a:pt x="2455960" y="903830"/>
                </a:lnTo>
                <a:lnTo>
                  <a:pt x="2472353" y="861149"/>
                </a:lnTo>
                <a:lnTo>
                  <a:pt x="2488053" y="818130"/>
                </a:lnTo>
                <a:lnTo>
                  <a:pt x="2503054" y="774779"/>
                </a:lnTo>
                <a:lnTo>
                  <a:pt x="2517349" y="731104"/>
                </a:lnTo>
                <a:lnTo>
                  <a:pt x="2530930" y="687110"/>
                </a:lnTo>
                <a:lnTo>
                  <a:pt x="2543792" y="642806"/>
                </a:lnTo>
                <a:lnTo>
                  <a:pt x="2555926" y="598197"/>
                </a:lnTo>
                <a:lnTo>
                  <a:pt x="2567328" y="553291"/>
                </a:lnTo>
                <a:lnTo>
                  <a:pt x="2577989" y="508095"/>
                </a:lnTo>
                <a:lnTo>
                  <a:pt x="2587903" y="462614"/>
                </a:lnTo>
                <a:lnTo>
                  <a:pt x="2597063" y="416857"/>
                </a:lnTo>
                <a:lnTo>
                  <a:pt x="2605462" y="370829"/>
                </a:lnTo>
                <a:lnTo>
                  <a:pt x="2613093" y="324539"/>
                </a:lnTo>
                <a:lnTo>
                  <a:pt x="2619950" y="277991"/>
                </a:lnTo>
                <a:lnTo>
                  <a:pt x="2626026" y="231194"/>
                </a:lnTo>
                <a:lnTo>
                  <a:pt x="2631314" y="184154"/>
                </a:lnTo>
                <a:lnTo>
                  <a:pt x="2635807" y="136878"/>
                </a:lnTo>
                <a:lnTo>
                  <a:pt x="2639499" y="89373"/>
                </a:lnTo>
                <a:lnTo>
                  <a:pt x="2642323" y="42622"/>
                </a:lnTo>
                <a:lnTo>
                  <a:pt x="2642378" y="41645"/>
                </a:lnTo>
                <a:lnTo>
                  <a:pt x="2644178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541465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348808" y="8764203"/>
            <a:ext cx="14827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95" b="1">
                <a:latin typeface="Tahoma"/>
                <a:cs typeface="Tahoma"/>
              </a:rPr>
              <a:t>Python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631771" y="8764203"/>
            <a:ext cx="110236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70" b="1">
                <a:latin typeface="Tahoma"/>
                <a:cs typeface="Tahoma"/>
              </a:rPr>
              <a:t>Flask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766706" y="8954862"/>
            <a:ext cx="70040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120" b="1">
                <a:solidFill>
                  <a:srgbClr val="4F86EC"/>
                </a:solidFill>
                <a:latin typeface="Tahoma"/>
                <a:cs typeface="Tahoma"/>
              </a:rPr>
              <a:t>22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800109" y="8595007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739251" y="9217657"/>
            <a:ext cx="149225" cy="1069340"/>
          </a:xfrm>
          <a:custGeom>
            <a:avLst/>
            <a:gdLst/>
            <a:ahLst/>
            <a:cxnLst/>
            <a:rect l="l" t="t" r="r" b="b"/>
            <a:pathLst>
              <a:path w="149225" h="1069340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1241" y="139699"/>
                </a:lnTo>
                <a:lnTo>
                  <a:pt x="2808" y="185544"/>
                </a:lnTo>
                <a:lnTo>
                  <a:pt x="5023" y="233548"/>
                </a:lnTo>
                <a:lnTo>
                  <a:pt x="7862" y="281386"/>
                </a:lnTo>
                <a:lnTo>
                  <a:pt x="11219" y="329064"/>
                </a:lnTo>
                <a:lnTo>
                  <a:pt x="11319" y="330200"/>
                </a:lnTo>
                <a:lnTo>
                  <a:pt x="15397" y="376550"/>
                </a:lnTo>
                <a:lnTo>
                  <a:pt x="20085" y="423868"/>
                </a:lnTo>
                <a:lnTo>
                  <a:pt x="25380" y="471005"/>
                </a:lnTo>
                <a:lnTo>
                  <a:pt x="31280" y="517956"/>
                </a:lnTo>
                <a:lnTo>
                  <a:pt x="37780" y="564718"/>
                </a:lnTo>
                <a:lnTo>
                  <a:pt x="44876" y="611287"/>
                </a:lnTo>
                <a:lnTo>
                  <a:pt x="52564" y="657658"/>
                </a:lnTo>
                <a:lnTo>
                  <a:pt x="60840" y="703828"/>
                </a:lnTo>
                <a:lnTo>
                  <a:pt x="69700" y="749793"/>
                </a:lnTo>
                <a:lnTo>
                  <a:pt x="79141" y="795548"/>
                </a:lnTo>
                <a:lnTo>
                  <a:pt x="89157" y="841091"/>
                </a:lnTo>
                <a:lnTo>
                  <a:pt x="99746" y="886415"/>
                </a:lnTo>
                <a:lnTo>
                  <a:pt x="110903" y="931519"/>
                </a:lnTo>
                <a:lnTo>
                  <a:pt x="122625" y="976397"/>
                </a:lnTo>
                <a:lnTo>
                  <a:pt x="134906" y="1021046"/>
                </a:lnTo>
                <a:lnTo>
                  <a:pt x="147744" y="1065462"/>
                </a:lnTo>
                <a:lnTo>
                  <a:pt x="148920" y="106934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89036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56737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78992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018803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9575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12884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3490035"/>
            <a:ext cx="1296035" cy="594360"/>
          </a:xfrm>
          <a:custGeom>
            <a:avLst/>
            <a:gdLst/>
            <a:ahLst/>
            <a:cxnLst/>
            <a:rect l="l" t="t" r="r" b="b"/>
            <a:pathLst>
              <a:path w="1296035" h="594360">
                <a:moveTo>
                  <a:pt x="0" y="0"/>
                </a:moveTo>
                <a:lnTo>
                  <a:pt x="44641" y="36348"/>
                </a:lnTo>
                <a:lnTo>
                  <a:pt x="80067" y="64043"/>
                </a:lnTo>
                <a:lnTo>
                  <a:pt x="115955" y="91167"/>
                </a:lnTo>
                <a:lnTo>
                  <a:pt x="152297" y="117715"/>
                </a:lnTo>
                <a:lnTo>
                  <a:pt x="189086" y="143680"/>
                </a:lnTo>
                <a:lnTo>
                  <a:pt x="226315" y="169054"/>
                </a:lnTo>
                <a:lnTo>
                  <a:pt x="263979" y="193831"/>
                </a:lnTo>
                <a:lnTo>
                  <a:pt x="302069" y="218004"/>
                </a:lnTo>
                <a:lnTo>
                  <a:pt x="340579" y="241565"/>
                </a:lnTo>
                <a:lnTo>
                  <a:pt x="379502" y="264510"/>
                </a:lnTo>
                <a:lnTo>
                  <a:pt x="418832" y="286830"/>
                </a:lnTo>
                <a:lnTo>
                  <a:pt x="458561" y="308518"/>
                </a:lnTo>
                <a:lnTo>
                  <a:pt x="498684" y="329568"/>
                </a:lnTo>
                <a:lnTo>
                  <a:pt x="539192" y="349974"/>
                </a:lnTo>
                <a:lnTo>
                  <a:pt x="580079" y="369728"/>
                </a:lnTo>
                <a:lnTo>
                  <a:pt x="621339" y="388823"/>
                </a:lnTo>
                <a:lnTo>
                  <a:pt x="662965" y="407252"/>
                </a:lnTo>
                <a:lnTo>
                  <a:pt x="704949" y="425010"/>
                </a:lnTo>
                <a:lnTo>
                  <a:pt x="747285" y="442089"/>
                </a:lnTo>
                <a:lnTo>
                  <a:pt x="789966" y="458481"/>
                </a:lnTo>
                <a:lnTo>
                  <a:pt x="832985" y="474182"/>
                </a:lnTo>
                <a:lnTo>
                  <a:pt x="876336" y="489182"/>
                </a:lnTo>
                <a:lnTo>
                  <a:pt x="920011" y="503477"/>
                </a:lnTo>
                <a:lnTo>
                  <a:pt x="963978" y="517153"/>
                </a:lnTo>
              </a:path>
              <a:path w="1296035" h="594360">
                <a:moveTo>
                  <a:pt x="1019181" y="532877"/>
                </a:moveTo>
                <a:lnTo>
                  <a:pt x="1097824" y="553456"/>
                </a:lnTo>
                <a:lnTo>
                  <a:pt x="1143020" y="564117"/>
                </a:lnTo>
                <a:lnTo>
                  <a:pt x="1188501" y="574031"/>
                </a:lnTo>
                <a:lnTo>
                  <a:pt x="1234258" y="583191"/>
                </a:lnTo>
                <a:lnTo>
                  <a:pt x="1280286" y="591590"/>
                </a:lnTo>
                <a:lnTo>
                  <a:pt x="1295757" y="594141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212082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39"/>
                </a:lnTo>
                <a:lnTo>
                  <a:pt x="276587" y="2546759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6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0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488026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37101" y="4531747"/>
            <a:ext cx="857059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1220" algn="l"/>
              </a:tabLst>
            </a:pPr>
            <a:r>
              <a:rPr dirty="0" sz="7200" spc="475">
                <a:solidFill>
                  <a:srgbClr val="FFFFFF"/>
                </a:solidFill>
              </a:rPr>
              <a:t>05</a:t>
            </a:r>
            <a:r>
              <a:rPr dirty="0" sz="7200">
                <a:solidFill>
                  <a:srgbClr val="FFFFFF"/>
                </a:solidFill>
              </a:rPr>
              <a:t>	</a:t>
            </a:r>
            <a:r>
              <a:rPr dirty="0" sz="7200" spc="-10">
                <a:solidFill>
                  <a:srgbClr val="FFFFFF"/>
                </a:solidFill>
              </a:rPr>
              <a:t>REALISATION</a:t>
            </a:r>
            <a:endParaRPr sz="7200"/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4055" y="2384055"/>
            <a:ext cx="5391149" cy="54482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2006701" y="8727007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79" y="0"/>
                </a:moveTo>
                <a:lnTo>
                  <a:pt x="0" y="771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1990939" y="8917128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63" y="0"/>
                </a:moveTo>
                <a:lnTo>
                  <a:pt x="0" y="114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028699" y="1028699"/>
            <a:ext cx="16229965" cy="9267825"/>
            <a:chOff x="1028699" y="1028699"/>
            <a:chExt cx="16229965" cy="9267825"/>
          </a:xfrm>
        </p:grpSpPr>
        <p:sp>
          <p:nvSpPr>
            <p:cNvPr id="14" name="object 14" descr=""/>
            <p:cNvSpPr/>
            <p:nvPr/>
          </p:nvSpPr>
          <p:spPr>
            <a:xfrm>
              <a:off x="11983801" y="9121476"/>
              <a:ext cx="161290" cy="1165860"/>
            </a:xfrm>
            <a:custGeom>
              <a:avLst/>
              <a:gdLst/>
              <a:ahLst/>
              <a:cxnLst/>
              <a:rect l="l" t="t" r="r" b="b"/>
              <a:pathLst>
                <a:path w="161290" h="1165859">
                  <a:moveTo>
                    <a:pt x="208" y="0"/>
                  </a:moveTo>
                  <a:lnTo>
                    <a:pt x="0" y="36661"/>
                  </a:lnTo>
                  <a:lnTo>
                    <a:pt x="8" y="38100"/>
                  </a:lnTo>
                  <a:lnTo>
                    <a:pt x="258" y="85146"/>
                  </a:lnTo>
                  <a:lnTo>
                    <a:pt x="326" y="88899"/>
                  </a:lnTo>
                  <a:lnTo>
                    <a:pt x="1037" y="133495"/>
                  </a:lnTo>
                  <a:lnTo>
                    <a:pt x="1234" y="139697"/>
                  </a:lnTo>
                  <a:lnTo>
                    <a:pt x="2563" y="181700"/>
                  </a:lnTo>
                  <a:lnTo>
                    <a:pt x="4554" y="229763"/>
                  </a:lnTo>
                  <a:lnTo>
                    <a:pt x="6992" y="277686"/>
                  </a:lnTo>
                  <a:lnTo>
                    <a:pt x="7108" y="279400"/>
                  </a:lnTo>
                  <a:lnTo>
                    <a:pt x="10218" y="325444"/>
                  </a:lnTo>
                  <a:lnTo>
                    <a:pt x="13885" y="373056"/>
                  </a:lnTo>
                  <a:lnTo>
                    <a:pt x="18104" y="420511"/>
                  </a:lnTo>
                  <a:lnTo>
                    <a:pt x="22872" y="467806"/>
                  </a:lnTo>
                  <a:lnTo>
                    <a:pt x="28185" y="514939"/>
                  </a:lnTo>
                  <a:lnTo>
                    <a:pt x="34041" y="561905"/>
                  </a:lnTo>
                  <a:lnTo>
                    <a:pt x="40436" y="608701"/>
                  </a:lnTo>
                  <a:lnTo>
                    <a:pt x="47367" y="655324"/>
                  </a:lnTo>
                  <a:lnTo>
                    <a:pt x="54831" y="701772"/>
                  </a:lnTo>
                  <a:lnTo>
                    <a:pt x="62825" y="748040"/>
                  </a:lnTo>
                  <a:lnTo>
                    <a:pt x="71344" y="794126"/>
                  </a:lnTo>
                  <a:lnTo>
                    <a:pt x="80387" y="840026"/>
                  </a:lnTo>
                  <a:lnTo>
                    <a:pt x="89950" y="885738"/>
                  </a:lnTo>
                  <a:lnTo>
                    <a:pt x="100030" y="931257"/>
                  </a:lnTo>
                  <a:lnTo>
                    <a:pt x="110623" y="976581"/>
                  </a:lnTo>
                  <a:lnTo>
                    <a:pt x="121727" y="1021707"/>
                  </a:lnTo>
                  <a:lnTo>
                    <a:pt x="133290" y="1066645"/>
                  </a:lnTo>
                  <a:lnTo>
                    <a:pt x="145452" y="1111350"/>
                  </a:lnTo>
                  <a:lnTo>
                    <a:pt x="158067" y="1155861"/>
                  </a:lnTo>
                  <a:lnTo>
                    <a:pt x="160927" y="1165523"/>
                  </a:lnTo>
                </a:path>
              </a:pathLst>
            </a:custGeom>
            <a:ln w="19049">
              <a:solidFill>
                <a:srgbClr val="4F86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28699" y="1028699"/>
              <a:ext cx="16229965" cy="8244205"/>
            </a:xfrm>
            <a:custGeom>
              <a:avLst/>
              <a:gdLst/>
              <a:ahLst/>
              <a:cxnLst/>
              <a:rect l="l" t="t" r="r" b="b"/>
              <a:pathLst>
                <a:path w="16229965" h="8244205">
                  <a:moveTo>
                    <a:pt x="15287625" y="8243663"/>
                  </a:moveTo>
                  <a:lnTo>
                    <a:pt x="942975" y="8243663"/>
                  </a:lnTo>
                  <a:lnTo>
                    <a:pt x="894449" y="8242436"/>
                  </a:lnTo>
                  <a:lnTo>
                    <a:pt x="846561" y="8238794"/>
                  </a:lnTo>
                  <a:lnTo>
                    <a:pt x="799369" y="8232797"/>
                  </a:lnTo>
                  <a:lnTo>
                    <a:pt x="752932" y="8224505"/>
                  </a:lnTo>
                  <a:lnTo>
                    <a:pt x="707310" y="8213975"/>
                  </a:lnTo>
                  <a:lnTo>
                    <a:pt x="662563" y="8201268"/>
                  </a:lnTo>
                  <a:lnTo>
                    <a:pt x="618748" y="8186443"/>
                  </a:lnTo>
                  <a:lnTo>
                    <a:pt x="575926" y="8169559"/>
                  </a:lnTo>
                  <a:lnTo>
                    <a:pt x="534156" y="8150675"/>
                  </a:lnTo>
                  <a:lnTo>
                    <a:pt x="493497" y="8129851"/>
                  </a:lnTo>
                  <a:lnTo>
                    <a:pt x="454008" y="8107145"/>
                  </a:lnTo>
                  <a:lnTo>
                    <a:pt x="415748" y="8082617"/>
                  </a:lnTo>
                  <a:lnTo>
                    <a:pt x="378778" y="8056327"/>
                  </a:lnTo>
                  <a:lnTo>
                    <a:pt x="343155" y="8028333"/>
                  </a:lnTo>
                  <a:lnTo>
                    <a:pt x="308939" y="7998695"/>
                  </a:lnTo>
                  <a:lnTo>
                    <a:pt x="276191" y="7967472"/>
                  </a:lnTo>
                  <a:lnTo>
                    <a:pt x="244967" y="7934723"/>
                  </a:lnTo>
                  <a:lnTo>
                    <a:pt x="215329" y="7900507"/>
                  </a:lnTo>
                  <a:lnTo>
                    <a:pt x="187335" y="7864885"/>
                  </a:lnTo>
                  <a:lnTo>
                    <a:pt x="161045" y="7827914"/>
                  </a:lnTo>
                  <a:lnTo>
                    <a:pt x="136517" y="7789654"/>
                  </a:lnTo>
                  <a:lnTo>
                    <a:pt x="113812" y="7750165"/>
                  </a:lnTo>
                  <a:lnTo>
                    <a:pt x="92987" y="7709506"/>
                  </a:lnTo>
                  <a:lnTo>
                    <a:pt x="74103" y="7667736"/>
                  </a:lnTo>
                  <a:lnTo>
                    <a:pt x="57219" y="7624914"/>
                  </a:lnTo>
                  <a:lnTo>
                    <a:pt x="42394" y="7581099"/>
                  </a:lnTo>
                  <a:lnTo>
                    <a:pt x="29687" y="7536352"/>
                  </a:lnTo>
                  <a:lnTo>
                    <a:pt x="19157" y="7490730"/>
                  </a:lnTo>
                  <a:lnTo>
                    <a:pt x="10865" y="7444293"/>
                  </a:lnTo>
                  <a:lnTo>
                    <a:pt x="4868" y="7397101"/>
                  </a:lnTo>
                  <a:lnTo>
                    <a:pt x="1227" y="7349213"/>
                  </a:lnTo>
                  <a:lnTo>
                    <a:pt x="0" y="7300688"/>
                  </a:lnTo>
                  <a:lnTo>
                    <a:pt x="0" y="942975"/>
                  </a:lnTo>
                  <a:lnTo>
                    <a:pt x="1227" y="894449"/>
                  </a:lnTo>
                  <a:lnTo>
                    <a:pt x="4868" y="846561"/>
                  </a:lnTo>
                  <a:lnTo>
                    <a:pt x="10865" y="799369"/>
                  </a:lnTo>
                  <a:lnTo>
                    <a:pt x="19157" y="752932"/>
                  </a:lnTo>
                  <a:lnTo>
                    <a:pt x="29687" y="707310"/>
                  </a:lnTo>
                  <a:lnTo>
                    <a:pt x="42394" y="662563"/>
                  </a:lnTo>
                  <a:lnTo>
                    <a:pt x="57219" y="618748"/>
                  </a:lnTo>
                  <a:lnTo>
                    <a:pt x="74103" y="575926"/>
                  </a:lnTo>
                  <a:lnTo>
                    <a:pt x="92987" y="534156"/>
                  </a:lnTo>
                  <a:lnTo>
                    <a:pt x="113812" y="493497"/>
                  </a:lnTo>
                  <a:lnTo>
                    <a:pt x="136517" y="454008"/>
                  </a:lnTo>
                  <a:lnTo>
                    <a:pt x="161045" y="415748"/>
                  </a:lnTo>
                  <a:lnTo>
                    <a:pt x="187335" y="378778"/>
                  </a:lnTo>
                  <a:lnTo>
                    <a:pt x="215329" y="343155"/>
                  </a:lnTo>
                  <a:lnTo>
                    <a:pt x="244967" y="308939"/>
                  </a:lnTo>
                  <a:lnTo>
                    <a:pt x="276191" y="276191"/>
                  </a:lnTo>
                  <a:lnTo>
                    <a:pt x="308939" y="244967"/>
                  </a:lnTo>
                  <a:lnTo>
                    <a:pt x="343155" y="215329"/>
                  </a:lnTo>
                  <a:lnTo>
                    <a:pt x="378778" y="187335"/>
                  </a:lnTo>
                  <a:lnTo>
                    <a:pt x="415748" y="161045"/>
                  </a:lnTo>
                  <a:lnTo>
                    <a:pt x="454008" y="136517"/>
                  </a:lnTo>
                  <a:lnTo>
                    <a:pt x="493497" y="113812"/>
                  </a:lnTo>
                  <a:lnTo>
                    <a:pt x="534156" y="92987"/>
                  </a:lnTo>
                  <a:lnTo>
                    <a:pt x="575926" y="74103"/>
                  </a:lnTo>
                  <a:lnTo>
                    <a:pt x="618748" y="57219"/>
                  </a:lnTo>
                  <a:lnTo>
                    <a:pt x="662563" y="42394"/>
                  </a:lnTo>
                  <a:lnTo>
                    <a:pt x="707310" y="29687"/>
                  </a:lnTo>
                  <a:lnTo>
                    <a:pt x="752932" y="19157"/>
                  </a:lnTo>
                  <a:lnTo>
                    <a:pt x="799369" y="10865"/>
                  </a:lnTo>
                  <a:lnTo>
                    <a:pt x="846561" y="4868"/>
                  </a:lnTo>
                  <a:lnTo>
                    <a:pt x="894449" y="1227"/>
                  </a:lnTo>
                  <a:lnTo>
                    <a:pt x="942975" y="0"/>
                  </a:lnTo>
                  <a:lnTo>
                    <a:pt x="15287625" y="0"/>
                  </a:lnTo>
                  <a:lnTo>
                    <a:pt x="15336150" y="1227"/>
                  </a:lnTo>
                  <a:lnTo>
                    <a:pt x="15384039" y="4868"/>
                  </a:lnTo>
                  <a:lnTo>
                    <a:pt x="15431231" y="10865"/>
                  </a:lnTo>
                  <a:lnTo>
                    <a:pt x="15477668" y="19157"/>
                  </a:lnTo>
                  <a:lnTo>
                    <a:pt x="15523289" y="29687"/>
                  </a:lnTo>
                  <a:lnTo>
                    <a:pt x="15568037" y="42394"/>
                  </a:lnTo>
                  <a:lnTo>
                    <a:pt x="15611852" y="57219"/>
                  </a:lnTo>
                  <a:lnTo>
                    <a:pt x="15654674" y="74103"/>
                  </a:lnTo>
                  <a:lnTo>
                    <a:pt x="15696444" y="92987"/>
                  </a:lnTo>
                  <a:lnTo>
                    <a:pt x="15737103" y="113812"/>
                  </a:lnTo>
                  <a:lnTo>
                    <a:pt x="15776592" y="136517"/>
                  </a:lnTo>
                  <a:lnTo>
                    <a:pt x="15814852" y="161045"/>
                  </a:lnTo>
                  <a:lnTo>
                    <a:pt x="15851822" y="187335"/>
                  </a:lnTo>
                  <a:lnTo>
                    <a:pt x="15887445" y="215329"/>
                  </a:lnTo>
                  <a:lnTo>
                    <a:pt x="15921660" y="244967"/>
                  </a:lnTo>
                  <a:lnTo>
                    <a:pt x="15954409" y="276191"/>
                  </a:lnTo>
                  <a:lnTo>
                    <a:pt x="15985632" y="308939"/>
                  </a:lnTo>
                  <a:lnTo>
                    <a:pt x="16015271" y="343155"/>
                  </a:lnTo>
                  <a:lnTo>
                    <a:pt x="16043265" y="378778"/>
                  </a:lnTo>
                  <a:lnTo>
                    <a:pt x="16069555" y="415748"/>
                  </a:lnTo>
                  <a:lnTo>
                    <a:pt x="16094083" y="454008"/>
                  </a:lnTo>
                  <a:lnTo>
                    <a:pt x="16116788" y="493497"/>
                  </a:lnTo>
                  <a:lnTo>
                    <a:pt x="16137613" y="534156"/>
                  </a:lnTo>
                  <a:lnTo>
                    <a:pt x="16156497" y="575926"/>
                  </a:lnTo>
                  <a:lnTo>
                    <a:pt x="16173381" y="618748"/>
                  </a:lnTo>
                  <a:lnTo>
                    <a:pt x="16188206" y="662563"/>
                  </a:lnTo>
                  <a:lnTo>
                    <a:pt x="16200913" y="707310"/>
                  </a:lnTo>
                  <a:lnTo>
                    <a:pt x="16211442" y="752932"/>
                  </a:lnTo>
                  <a:lnTo>
                    <a:pt x="16219735" y="799369"/>
                  </a:lnTo>
                  <a:lnTo>
                    <a:pt x="16225732" y="846561"/>
                  </a:lnTo>
                  <a:lnTo>
                    <a:pt x="16229373" y="894449"/>
                  </a:lnTo>
                  <a:lnTo>
                    <a:pt x="16229711" y="907828"/>
                  </a:lnTo>
                  <a:lnTo>
                    <a:pt x="16229711" y="7335834"/>
                  </a:lnTo>
                  <a:lnTo>
                    <a:pt x="16225732" y="7397101"/>
                  </a:lnTo>
                  <a:lnTo>
                    <a:pt x="16219735" y="7444293"/>
                  </a:lnTo>
                  <a:lnTo>
                    <a:pt x="16211442" y="7490730"/>
                  </a:lnTo>
                  <a:lnTo>
                    <a:pt x="16200913" y="7536352"/>
                  </a:lnTo>
                  <a:lnTo>
                    <a:pt x="16188206" y="7581099"/>
                  </a:lnTo>
                  <a:lnTo>
                    <a:pt x="16173381" y="7624914"/>
                  </a:lnTo>
                  <a:lnTo>
                    <a:pt x="16156497" y="7667736"/>
                  </a:lnTo>
                  <a:lnTo>
                    <a:pt x="16137613" y="7709506"/>
                  </a:lnTo>
                  <a:lnTo>
                    <a:pt x="16116788" y="7750165"/>
                  </a:lnTo>
                  <a:lnTo>
                    <a:pt x="16094083" y="7789654"/>
                  </a:lnTo>
                  <a:lnTo>
                    <a:pt x="16069555" y="7827914"/>
                  </a:lnTo>
                  <a:lnTo>
                    <a:pt x="16043265" y="7864885"/>
                  </a:lnTo>
                  <a:lnTo>
                    <a:pt x="16015271" y="7900507"/>
                  </a:lnTo>
                  <a:lnTo>
                    <a:pt x="15985632" y="7934723"/>
                  </a:lnTo>
                  <a:lnTo>
                    <a:pt x="15954409" y="7967472"/>
                  </a:lnTo>
                  <a:lnTo>
                    <a:pt x="15921660" y="7998695"/>
                  </a:lnTo>
                  <a:lnTo>
                    <a:pt x="15887445" y="8028333"/>
                  </a:lnTo>
                  <a:lnTo>
                    <a:pt x="15851822" y="8056327"/>
                  </a:lnTo>
                  <a:lnTo>
                    <a:pt x="15814852" y="8082617"/>
                  </a:lnTo>
                  <a:lnTo>
                    <a:pt x="15776592" y="8107145"/>
                  </a:lnTo>
                  <a:lnTo>
                    <a:pt x="15737103" y="8129851"/>
                  </a:lnTo>
                  <a:lnTo>
                    <a:pt x="15696444" y="8150675"/>
                  </a:lnTo>
                  <a:lnTo>
                    <a:pt x="15654674" y="8169559"/>
                  </a:lnTo>
                  <a:lnTo>
                    <a:pt x="15611852" y="8186443"/>
                  </a:lnTo>
                  <a:lnTo>
                    <a:pt x="15568037" y="8201268"/>
                  </a:lnTo>
                  <a:lnTo>
                    <a:pt x="15523289" y="8213975"/>
                  </a:lnTo>
                  <a:lnTo>
                    <a:pt x="15477668" y="8224505"/>
                  </a:lnTo>
                  <a:lnTo>
                    <a:pt x="15431231" y="8232797"/>
                  </a:lnTo>
                  <a:lnTo>
                    <a:pt x="15384039" y="8238794"/>
                  </a:lnTo>
                  <a:lnTo>
                    <a:pt x="15336150" y="8242436"/>
                  </a:lnTo>
                  <a:lnTo>
                    <a:pt x="15287625" y="8243663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563463" y="4541869"/>
            <a:ext cx="7113905" cy="1183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600" spc="-95">
                <a:solidFill>
                  <a:srgbClr val="4F86EC"/>
                </a:solidFill>
              </a:rPr>
              <a:t>Demonstration</a:t>
            </a:r>
            <a:endParaRPr sz="7600"/>
          </a:p>
        </p:txBody>
      </p:sp>
      <p:sp>
        <p:nvSpPr>
          <p:cNvPr id="17" name="object 17" descr=""/>
          <p:cNvSpPr txBox="1"/>
          <p:nvPr/>
        </p:nvSpPr>
        <p:spPr>
          <a:xfrm>
            <a:off x="16766706" y="8954862"/>
            <a:ext cx="7048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145" b="1">
                <a:solidFill>
                  <a:srgbClr val="4F86EC"/>
                </a:solidFill>
                <a:latin typeface="Tahoma"/>
                <a:cs typeface="Tahoma"/>
              </a:rPr>
              <a:t>24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F86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800109" y="8595007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63" y="0"/>
                </a:moveTo>
                <a:lnTo>
                  <a:pt x="0" y="35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739251" y="9217657"/>
            <a:ext cx="149225" cy="1069340"/>
          </a:xfrm>
          <a:custGeom>
            <a:avLst/>
            <a:gdLst/>
            <a:ahLst/>
            <a:cxnLst/>
            <a:rect l="l" t="t" r="r" b="b"/>
            <a:pathLst>
              <a:path w="149225" h="1069340">
                <a:moveTo>
                  <a:pt x="213" y="0"/>
                </a:moveTo>
                <a:lnTo>
                  <a:pt x="0" y="40580"/>
                </a:lnTo>
                <a:lnTo>
                  <a:pt x="55" y="50799"/>
                </a:lnTo>
                <a:lnTo>
                  <a:pt x="213" y="89056"/>
                </a:lnTo>
                <a:lnTo>
                  <a:pt x="1162" y="137380"/>
                </a:lnTo>
                <a:lnTo>
                  <a:pt x="1241" y="139699"/>
                </a:lnTo>
                <a:lnTo>
                  <a:pt x="2808" y="185544"/>
                </a:lnTo>
                <a:lnTo>
                  <a:pt x="5023" y="233548"/>
                </a:lnTo>
                <a:lnTo>
                  <a:pt x="7862" y="281386"/>
                </a:lnTo>
                <a:lnTo>
                  <a:pt x="11219" y="329064"/>
                </a:lnTo>
                <a:lnTo>
                  <a:pt x="11319" y="330200"/>
                </a:lnTo>
                <a:lnTo>
                  <a:pt x="15397" y="376550"/>
                </a:lnTo>
                <a:lnTo>
                  <a:pt x="20085" y="423868"/>
                </a:lnTo>
                <a:lnTo>
                  <a:pt x="25380" y="471005"/>
                </a:lnTo>
                <a:lnTo>
                  <a:pt x="31280" y="517956"/>
                </a:lnTo>
                <a:lnTo>
                  <a:pt x="37780" y="564718"/>
                </a:lnTo>
                <a:lnTo>
                  <a:pt x="44876" y="611287"/>
                </a:lnTo>
                <a:lnTo>
                  <a:pt x="52564" y="657658"/>
                </a:lnTo>
                <a:lnTo>
                  <a:pt x="60840" y="703828"/>
                </a:lnTo>
                <a:lnTo>
                  <a:pt x="69700" y="749793"/>
                </a:lnTo>
                <a:lnTo>
                  <a:pt x="79141" y="795548"/>
                </a:lnTo>
                <a:lnTo>
                  <a:pt x="89157" y="841091"/>
                </a:lnTo>
                <a:lnTo>
                  <a:pt x="99746" y="886415"/>
                </a:lnTo>
                <a:lnTo>
                  <a:pt x="110903" y="931519"/>
                </a:lnTo>
                <a:lnTo>
                  <a:pt x="122625" y="976397"/>
                </a:lnTo>
                <a:lnTo>
                  <a:pt x="134906" y="1021046"/>
                </a:lnTo>
                <a:lnTo>
                  <a:pt x="147744" y="1065462"/>
                </a:lnTo>
                <a:lnTo>
                  <a:pt x="148920" y="1069342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89036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56737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78992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018803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9575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128847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3490035"/>
            <a:ext cx="1296035" cy="594360"/>
          </a:xfrm>
          <a:custGeom>
            <a:avLst/>
            <a:gdLst/>
            <a:ahLst/>
            <a:cxnLst/>
            <a:rect l="l" t="t" r="r" b="b"/>
            <a:pathLst>
              <a:path w="1296035" h="594360">
                <a:moveTo>
                  <a:pt x="0" y="0"/>
                </a:moveTo>
                <a:lnTo>
                  <a:pt x="44641" y="36348"/>
                </a:lnTo>
                <a:lnTo>
                  <a:pt x="80067" y="64043"/>
                </a:lnTo>
                <a:lnTo>
                  <a:pt x="115955" y="91167"/>
                </a:lnTo>
                <a:lnTo>
                  <a:pt x="152297" y="117715"/>
                </a:lnTo>
                <a:lnTo>
                  <a:pt x="189086" y="143680"/>
                </a:lnTo>
                <a:lnTo>
                  <a:pt x="226315" y="169054"/>
                </a:lnTo>
                <a:lnTo>
                  <a:pt x="263979" y="193831"/>
                </a:lnTo>
                <a:lnTo>
                  <a:pt x="302069" y="218004"/>
                </a:lnTo>
                <a:lnTo>
                  <a:pt x="340579" y="241565"/>
                </a:lnTo>
                <a:lnTo>
                  <a:pt x="379502" y="264510"/>
                </a:lnTo>
                <a:lnTo>
                  <a:pt x="418832" y="286830"/>
                </a:lnTo>
                <a:lnTo>
                  <a:pt x="458561" y="308518"/>
                </a:lnTo>
                <a:lnTo>
                  <a:pt x="498684" y="329568"/>
                </a:lnTo>
                <a:lnTo>
                  <a:pt x="539192" y="349974"/>
                </a:lnTo>
                <a:lnTo>
                  <a:pt x="580079" y="369728"/>
                </a:lnTo>
                <a:lnTo>
                  <a:pt x="621339" y="388823"/>
                </a:lnTo>
                <a:lnTo>
                  <a:pt x="662965" y="407252"/>
                </a:lnTo>
                <a:lnTo>
                  <a:pt x="704949" y="425010"/>
                </a:lnTo>
                <a:lnTo>
                  <a:pt x="747285" y="442089"/>
                </a:lnTo>
                <a:lnTo>
                  <a:pt x="789966" y="458481"/>
                </a:lnTo>
                <a:lnTo>
                  <a:pt x="832985" y="474182"/>
                </a:lnTo>
                <a:lnTo>
                  <a:pt x="876336" y="489182"/>
                </a:lnTo>
                <a:lnTo>
                  <a:pt x="920011" y="503477"/>
                </a:lnTo>
                <a:lnTo>
                  <a:pt x="963978" y="517153"/>
                </a:lnTo>
              </a:path>
              <a:path w="1296035" h="594360">
                <a:moveTo>
                  <a:pt x="1019181" y="532877"/>
                </a:moveTo>
                <a:lnTo>
                  <a:pt x="1097824" y="553456"/>
                </a:lnTo>
                <a:lnTo>
                  <a:pt x="1143020" y="564117"/>
                </a:lnTo>
                <a:lnTo>
                  <a:pt x="1188501" y="574031"/>
                </a:lnTo>
                <a:lnTo>
                  <a:pt x="1234258" y="583191"/>
                </a:lnTo>
                <a:lnTo>
                  <a:pt x="1280286" y="591590"/>
                </a:lnTo>
                <a:lnTo>
                  <a:pt x="1295757" y="594141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212082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39"/>
                </a:lnTo>
                <a:lnTo>
                  <a:pt x="276587" y="2546759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6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0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488026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D8DE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493990" y="3751580"/>
            <a:ext cx="8931275" cy="2578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  <a:tabLst>
                <a:tab pos="2163445" algn="l"/>
              </a:tabLst>
            </a:pPr>
            <a:r>
              <a:rPr dirty="0" sz="7200" spc="570">
                <a:solidFill>
                  <a:srgbClr val="FFFFFF"/>
                </a:solidFill>
              </a:rPr>
              <a:t>06</a:t>
            </a:r>
            <a:r>
              <a:rPr dirty="0" sz="7200">
                <a:solidFill>
                  <a:srgbClr val="FFFFFF"/>
                </a:solidFill>
              </a:rPr>
              <a:t>	</a:t>
            </a:r>
            <a:r>
              <a:rPr dirty="0" sz="7200" spc="135">
                <a:solidFill>
                  <a:srgbClr val="FFFFFF"/>
                </a:solidFill>
              </a:rPr>
              <a:t>CONCLUSION </a:t>
            </a:r>
            <a:r>
              <a:rPr dirty="0" sz="7200" spc="440">
                <a:solidFill>
                  <a:srgbClr val="FFFFFF"/>
                </a:solidFill>
              </a:rPr>
              <a:t>ET</a:t>
            </a:r>
            <a:r>
              <a:rPr dirty="0" sz="7200" spc="65">
                <a:solidFill>
                  <a:srgbClr val="FFFFFF"/>
                </a:solidFill>
              </a:rPr>
              <a:t> </a:t>
            </a:r>
            <a:r>
              <a:rPr dirty="0" sz="7200" spc="254">
                <a:solidFill>
                  <a:srgbClr val="FFFFFF"/>
                </a:solidFill>
              </a:rPr>
              <a:t>PERSPECTIVES</a:t>
            </a:r>
            <a:endParaRPr sz="7200"/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6559" y="2127352"/>
            <a:ext cx="4171732" cy="51116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C</a:t>
            </a:r>
            <a:r>
              <a:rPr dirty="0" spc="-190"/>
              <a:t>ON</a:t>
            </a:r>
            <a:r>
              <a:rPr dirty="0" spc="-155"/>
              <a:t>C</a:t>
            </a:r>
            <a:r>
              <a:rPr dirty="0" spc="-190"/>
              <a:t>LU</a:t>
            </a:r>
            <a:r>
              <a:rPr dirty="0" spc="-150"/>
              <a:t>S</a:t>
            </a:r>
            <a:r>
              <a:rPr dirty="0" spc="-400"/>
              <a:t>I</a:t>
            </a:r>
            <a:r>
              <a:rPr dirty="0" spc="-190"/>
              <a:t>O</a:t>
            </a:r>
            <a:r>
              <a:rPr dirty="0" spc="135"/>
              <a:t>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2006701" y="8727007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79" y="0"/>
                </a:moveTo>
                <a:lnTo>
                  <a:pt x="0" y="771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990939" y="8917128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63" y="0"/>
                </a:moveTo>
                <a:lnTo>
                  <a:pt x="0" y="114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983801" y="9121476"/>
            <a:ext cx="161290" cy="1165860"/>
          </a:xfrm>
          <a:custGeom>
            <a:avLst/>
            <a:gdLst/>
            <a:ahLst/>
            <a:cxnLst/>
            <a:rect l="l" t="t" r="r" b="b"/>
            <a:pathLst>
              <a:path w="161290" h="1165859">
                <a:moveTo>
                  <a:pt x="208" y="0"/>
                </a:moveTo>
                <a:lnTo>
                  <a:pt x="0" y="36661"/>
                </a:lnTo>
                <a:lnTo>
                  <a:pt x="8" y="38100"/>
                </a:lnTo>
                <a:lnTo>
                  <a:pt x="258" y="85146"/>
                </a:lnTo>
                <a:lnTo>
                  <a:pt x="326" y="88899"/>
                </a:lnTo>
                <a:lnTo>
                  <a:pt x="1037" y="133495"/>
                </a:lnTo>
                <a:lnTo>
                  <a:pt x="1234" y="139697"/>
                </a:lnTo>
                <a:lnTo>
                  <a:pt x="2563" y="181700"/>
                </a:lnTo>
                <a:lnTo>
                  <a:pt x="4554" y="229763"/>
                </a:lnTo>
                <a:lnTo>
                  <a:pt x="6992" y="277686"/>
                </a:lnTo>
                <a:lnTo>
                  <a:pt x="7108" y="279400"/>
                </a:lnTo>
                <a:lnTo>
                  <a:pt x="10218" y="325444"/>
                </a:lnTo>
                <a:lnTo>
                  <a:pt x="13885" y="373056"/>
                </a:lnTo>
                <a:lnTo>
                  <a:pt x="18104" y="420511"/>
                </a:lnTo>
                <a:lnTo>
                  <a:pt x="22872" y="467806"/>
                </a:lnTo>
                <a:lnTo>
                  <a:pt x="28185" y="514939"/>
                </a:lnTo>
                <a:lnTo>
                  <a:pt x="34041" y="561905"/>
                </a:lnTo>
                <a:lnTo>
                  <a:pt x="40436" y="608701"/>
                </a:lnTo>
                <a:lnTo>
                  <a:pt x="47367" y="655324"/>
                </a:lnTo>
                <a:lnTo>
                  <a:pt x="54831" y="701772"/>
                </a:lnTo>
                <a:lnTo>
                  <a:pt x="62825" y="748040"/>
                </a:lnTo>
                <a:lnTo>
                  <a:pt x="71344" y="794126"/>
                </a:lnTo>
                <a:lnTo>
                  <a:pt x="80387" y="840026"/>
                </a:lnTo>
                <a:lnTo>
                  <a:pt x="89950" y="885738"/>
                </a:lnTo>
                <a:lnTo>
                  <a:pt x="100030" y="931257"/>
                </a:lnTo>
                <a:lnTo>
                  <a:pt x="110623" y="976581"/>
                </a:lnTo>
                <a:lnTo>
                  <a:pt x="121727" y="1021707"/>
                </a:lnTo>
                <a:lnTo>
                  <a:pt x="133290" y="1066645"/>
                </a:lnTo>
                <a:lnTo>
                  <a:pt x="145452" y="1111350"/>
                </a:lnTo>
                <a:lnTo>
                  <a:pt x="158067" y="1155861"/>
                </a:lnTo>
                <a:lnTo>
                  <a:pt x="160927" y="1165523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1725" y="2526315"/>
            <a:ext cx="5143499" cy="52387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31624" y="4236197"/>
            <a:ext cx="9269730" cy="202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3800" spc="-120" b="1">
                <a:solidFill>
                  <a:srgbClr val="2E2E2E"/>
                </a:solidFill>
                <a:latin typeface="Trebuchet MS"/>
                <a:cs typeface="Trebuchet MS"/>
              </a:rPr>
              <a:t>"L’innovation</a:t>
            </a:r>
            <a:r>
              <a:rPr dirty="0" sz="3800" spc="-675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150" b="1">
                <a:solidFill>
                  <a:srgbClr val="2E2E2E"/>
                </a:solidFill>
                <a:latin typeface="Trebuchet MS"/>
                <a:cs typeface="Trebuchet MS"/>
              </a:rPr>
              <a:t>n’est</a:t>
            </a:r>
            <a:r>
              <a:rPr dirty="0" sz="3800" spc="-670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85" b="1">
                <a:solidFill>
                  <a:srgbClr val="2E2E2E"/>
                </a:solidFill>
                <a:latin typeface="Trebuchet MS"/>
                <a:cs typeface="Trebuchet MS"/>
              </a:rPr>
              <a:t>pas</a:t>
            </a:r>
            <a:r>
              <a:rPr dirty="0" sz="3800" spc="-670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100" b="1">
                <a:solidFill>
                  <a:srgbClr val="2E2E2E"/>
                </a:solidFill>
                <a:latin typeface="Trebuchet MS"/>
                <a:cs typeface="Trebuchet MS"/>
              </a:rPr>
              <a:t>seulement</a:t>
            </a:r>
            <a:r>
              <a:rPr dirty="0" sz="3800" spc="-670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45" b="1">
                <a:solidFill>
                  <a:srgbClr val="2E2E2E"/>
                </a:solidFill>
                <a:latin typeface="Trebuchet MS"/>
                <a:cs typeface="Trebuchet MS"/>
              </a:rPr>
              <a:t>une</a:t>
            </a:r>
            <a:r>
              <a:rPr dirty="0" sz="3800" spc="-675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10" b="1">
                <a:solidFill>
                  <a:srgbClr val="2E2E2E"/>
                </a:solidFill>
                <a:latin typeface="Trebuchet MS"/>
                <a:cs typeface="Trebuchet MS"/>
              </a:rPr>
              <a:t>idée, </a:t>
            </a:r>
            <a:r>
              <a:rPr dirty="0" sz="3800" spc="-140" b="1">
                <a:solidFill>
                  <a:srgbClr val="2E2E2E"/>
                </a:solidFill>
                <a:latin typeface="Trebuchet MS"/>
                <a:cs typeface="Trebuchet MS"/>
              </a:rPr>
              <a:t>c’est</a:t>
            </a:r>
            <a:r>
              <a:rPr dirty="0" sz="3800" spc="-675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45" b="1">
                <a:solidFill>
                  <a:srgbClr val="2E2E2E"/>
                </a:solidFill>
                <a:latin typeface="Trebuchet MS"/>
                <a:cs typeface="Trebuchet MS"/>
              </a:rPr>
              <a:t>une</a:t>
            </a:r>
            <a:r>
              <a:rPr dirty="0" sz="3800" spc="-675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95" b="1">
                <a:solidFill>
                  <a:srgbClr val="2E2E2E"/>
                </a:solidFill>
                <a:latin typeface="Trebuchet MS"/>
                <a:cs typeface="Trebuchet MS"/>
              </a:rPr>
              <a:t>solution</a:t>
            </a:r>
            <a:r>
              <a:rPr dirty="0" sz="3800" spc="-670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50" b="1">
                <a:solidFill>
                  <a:srgbClr val="2E2E2E"/>
                </a:solidFill>
                <a:latin typeface="Trebuchet MS"/>
                <a:cs typeface="Trebuchet MS"/>
              </a:rPr>
              <a:t>qui</a:t>
            </a:r>
            <a:r>
              <a:rPr dirty="0" sz="3800" spc="-675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135" b="1">
                <a:solidFill>
                  <a:srgbClr val="2E2E2E"/>
                </a:solidFill>
                <a:latin typeface="Trebuchet MS"/>
                <a:cs typeface="Trebuchet MS"/>
              </a:rPr>
              <a:t>transforme</a:t>
            </a:r>
            <a:r>
              <a:rPr dirty="0" sz="3800" spc="-670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50" b="1">
                <a:solidFill>
                  <a:srgbClr val="2E2E2E"/>
                </a:solidFill>
                <a:latin typeface="Trebuchet MS"/>
                <a:cs typeface="Trebuchet MS"/>
              </a:rPr>
              <a:t>les</a:t>
            </a:r>
            <a:r>
              <a:rPr dirty="0" sz="3800" spc="-675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85" b="1">
                <a:solidFill>
                  <a:srgbClr val="2E2E2E"/>
                </a:solidFill>
                <a:latin typeface="Trebuchet MS"/>
                <a:cs typeface="Trebuchet MS"/>
              </a:rPr>
              <a:t>défis</a:t>
            </a:r>
            <a:r>
              <a:rPr dirty="0" sz="3800" spc="-675" b="1">
                <a:solidFill>
                  <a:srgbClr val="2E2E2E"/>
                </a:solidFill>
                <a:latin typeface="Trebuchet MS"/>
                <a:cs typeface="Trebuchet MS"/>
              </a:rPr>
              <a:t> </a:t>
            </a:r>
            <a:r>
              <a:rPr dirty="0" sz="3800" spc="-25" b="1">
                <a:solidFill>
                  <a:srgbClr val="2E2E2E"/>
                </a:solidFill>
                <a:latin typeface="Trebuchet MS"/>
                <a:cs typeface="Trebuchet MS"/>
              </a:rPr>
              <a:t>en </a:t>
            </a:r>
            <a:r>
              <a:rPr dirty="0" sz="3800" spc="-65" b="1">
                <a:solidFill>
                  <a:srgbClr val="2E2E2E"/>
                </a:solidFill>
                <a:latin typeface="Trebuchet MS"/>
                <a:cs typeface="Trebuchet MS"/>
              </a:rPr>
              <a:t>opportunités."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95"/>
              <a:t>2</a:t>
            </a:r>
            <a:r>
              <a:rPr dirty="0" spc="195"/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2951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0"/>
                </a:moveTo>
                <a:lnTo>
                  <a:pt x="25201" y="2395"/>
                </a:lnTo>
                <a:lnTo>
                  <a:pt x="72706" y="6086"/>
                </a:lnTo>
                <a:lnTo>
                  <a:pt x="120434" y="8969"/>
                </a:lnTo>
                <a:lnTo>
                  <a:pt x="162066" y="10765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0652" y="4109575"/>
            <a:ext cx="162560" cy="10795"/>
          </a:xfrm>
          <a:custGeom>
            <a:avLst/>
            <a:gdLst/>
            <a:ahLst/>
            <a:cxnLst/>
            <a:rect l="l" t="t" r="r" b="b"/>
            <a:pathLst>
              <a:path w="162560" h="10795">
                <a:moveTo>
                  <a:pt x="0" y="10765"/>
                </a:moveTo>
                <a:lnTo>
                  <a:pt x="41632" y="8969"/>
                </a:lnTo>
                <a:lnTo>
                  <a:pt x="89360" y="6086"/>
                </a:lnTo>
                <a:lnTo>
                  <a:pt x="136865" y="2395"/>
                </a:lnTo>
                <a:lnTo>
                  <a:pt x="162066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22907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90" h="12700">
                <a:moveTo>
                  <a:pt x="0" y="0"/>
                </a:moveTo>
                <a:lnTo>
                  <a:pt x="40928" y="5314"/>
                </a:lnTo>
                <a:lnTo>
                  <a:pt x="87968" y="10601"/>
                </a:lnTo>
                <a:lnTo>
                  <a:pt x="110043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62718" y="4096875"/>
            <a:ext cx="110489" cy="12700"/>
          </a:xfrm>
          <a:custGeom>
            <a:avLst/>
            <a:gdLst/>
            <a:ahLst/>
            <a:cxnLst/>
            <a:rect l="l" t="t" r="r" b="b"/>
            <a:pathLst>
              <a:path w="110489" h="12700">
                <a:moveTo>
                  <a:pt x="0" y="12699"/>
                </a:moveTo>
                <a:lnTo>
                  <a:pt x="22074" y="10601"/>
                </a:lnTo>
                <a:lnTo>
                  <a:pt x="69114" y="5314"/>
                </a:lnTo>
                <a:lnTo>
                  <a:pt x="11004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3967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0"/>
                </a:moveTo>
                <a:lnTo>
                  <a:pt x="30819" y="5080"/>
                </a:lnTo>
                <a:lnTo>
                  <a:pt x="77366" y="11938"/>
                </a:lnTo>
                <a:lnTo>
                  <a:pt x="83234" y="1269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172762" y="4084175"/>
            <a:ext cx="83820" cy="12700"/>
          </a:xfrm>
          <a:custGeom>
            <a:avLst/>
            <a:gdLst/>
            <a:ahLst/>
            <a:cxnLst/>
            <a:rect l="l" t="t" r="r" b="b"/>
            <a:pathLst>
              <a:path w="83819" h="12700">
                <a:moveTo>
                  <a:pt x="0" y="12699"/>
                </a:moveTo>
                <a:lnTo>
                  <a:pt x="5868" y="11938"/>
                </a:lnTo>
                <a:lnTo>
                  <a:pt x="52415" y="5080"/>
                </a:lnTo>
                <a:lnTo>
                  <a:pt x="83234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3452805"/>
            <a:ext cx="1339850" cy="631825"/>
          </a:xfrm>
          <a:custGeom>
            <a:avLst/>
            <a:gdLst/>
            <a:ahLst/>
            <a:cxnLst/>
            <a:rect l="l" t="t" r="r" b="b"/>
            <a:pathLst>
              <a:path w="1339850" h="631825">
                <a:moveTo>
                  <a:pt x="0" y="0"/>
                </a:moveTo>
                <a:lnTo>
                  <a:pt x="53597" y="45319"/>
                </a:lnTo>
                <a:lnTo>
                  <a:pt x="88556" y="73577"/>
                </a:lnTo>
                <a:lnTo>
                  <a:pt x="123982" y="101272"/>
                </a:lnTo>
                <a:lnTo>
                  <a:pt x="159870" y="128397"/>
                </a:lnTo>
                <a:lnTo>
                  <a:pt x="196212" y="154945"/>
                </a:lnTo>
                <a:lnTo>
                  <a:pt x="233001" y="180909"/>
                </a:lnTo>
                <a:lnTo>
                  <a:pt x="270230" y="206283"/>
                </a:lnTo>
                <a:lnTo>
                  <a:pt x="307893" y="231060"/>
                </a:lnTo>
                <a:lnTo>
                  <a:pt x="345984" y="255233"/>
                </a:lnTo>
                <a:lnTo>
                  <a:pt x="384494" y="278795"/>
                </a:lnTo>
                <a:lnTo>
                  <a:pt x="423417" y="301739"/>
                </a:lnTo>
                <a:lnTo>
                  <a:pt x="462747" y="324059"/>
                </a:lnTo>
                <a:lnTo>
                  <a:pt x="502476" y="345747"/>
                </a:lnTo>
                <a:lnTo>
                  <a:pt x="542599" y="366798"/>
                </a:lnTo>
                <a:lnTo>
                  <a:pt x="583107" y="387203"/>
                </a:lnTo>
                <a:lnTo>
                  <a:pt x="623994" y="406957"/>
                </a:lnTo>
                <a:lnTo>
                  <a:pt x="665254" y="426052"/>
                </a:lnTo>
                <a:lnTo>
                  <a:pt x="706879" y="444482"/>
                </a:lnTo>
                <a:lnTo>
                  <a:pt x="748864" y="462239"/>
                </a:lnTo>
                <a:lnTo>
                  <a:pt x="791199" y="479318"/>
                </a:lnTo>
                <a:lnTo>
                  <a:pt x="833881" y="495711"/>
                </a:lnTo>
                <a:lnTo>
                  <a:pt x="876900" y="511411"/>
                </a:lnTo>
                <a:lnTo>
                  <a:pt x="920251" y="526412"/>
                </a:lnTo>
                <a:lnTo>
                  <a:pt x="963926" y="540706"/>
                </a:lnTo>
                <a:lnTo>
                  <a:pt x="1007893" y="554382"/>
                </a:lnTo>
              </a:path>
              <a:path w="1339850" h="631825">
                <a:moveTo>
                  <a:pt x="1063093" y="570106"/>
                </a:moveTo>
                <a:lnTo>
                  <a:pt x="1141739" y="590685"/>
                </a:lnTo>
                <a:lnTo>
                  <a:pt x="1186935" y="601346"/>
                </a:lnTo>
                <a:lnTo>
                  <a:pt x="1232416" y="611260"/>
                </a:lnTo>
                <a:lnTo>
                  <a:pt x="1278173" y="620420"/>
                </a:lnTo>
                <a:lnTo>
                  <a:pt x="1324201" y="628819"/>
                </a:lnTo>
                <a:lnTo>
                  <a:pt x="1339672" y="63137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55997" y="1476150"/>
            <a:ext cx="2289175" cy="2608580"/>
          </a:xfrm>
          <a:custGeom>
            <a:avLst/>
            <a:gdLst/>
            <a:ahLst/>
            <a:cxnLst/>
            <a:rect l="l" t="t" r="r" b="b"/>
            <a:pathLst>
              <a:path w="2289175" h="2608579">
                <a:moveTo>
                  <a:pt x="0" y="2608025"/>
                </a:moveTo>
                <a:lnTo>
                  <a:pt x="61499" y="2597076"/>
                </a:lnTo>
                <a:lnTo>
                  <a:pt x="107256" y="2587916"/>
                </a:lnTo>
                <a:lnTo>
                  <a:pt x="152736" y="2578002"/>
                </a:lnTo>
                <a:lnTo>
                  <a:pt x="197933" y="2567341"/>
                </a:lnTo>
                <a:lnTo>
                  <a:pt x="242839" y="2555940"/>
                </a:lnTo>
                <a:lnTo>
                  <a:pt x="276582" y="2546760"/>
                </a:lnTo>
              </a:path>
              <a:path w="2289175" h="2608579">
                <a:moveTo>
                  <a:pt x="331779" y="2531038"/>
                </a:moveTo>
                <a:lnTo>
                  <a:pt x="375745" y="2517362"/>
                </a:lnTo>
                <a:lnTo>
                  <a:pt x="419421" y="2503067"/>
                </a:lnTo>
                <a:lnTo>
                  <a:pt x="462772" y="2488067"/>
                </a:lnTo>
                <a:lnTo>
                  <a:pt x="505791" y="2472366"/>
                </a:lnTo>
                <a:lnTo>
                  <a:pt x="548472" y="2455974"/>
                </a:lnTo>
                <a:lnTo>
                  <a:pt x="590808" y="2438895"/>
                </a:lnTo>
                <a:lnTo>
                  <a:pt x="632792" y="2421137"/>
                </a:lnTo>
                <a:lnTo>
                  <a:pt x="674418" y="2402708"/>
                </a:lnTo>
                <a:lnTo>
                  <a:pt x="715677" y="2383612"/>
                </a:lnTo>
                <a:lnTo>
                  <a:pt x="756565" y="2363859"/>
                </a:lnTo>
                <a:lnTo>
                  <a:pt x="797073" y="2343453"/>
                </a:lnTo>
                <a:lnTo>
                  <a:pt x="837195" y="2322403"/>
                </a:lnTo>
                <a:lnTo>
                  <a:pt x="876925" y="2300714"/>
                </a:lnTo>
                <a:lnTo>
                  <a:pt x="916255" y="2278395"/>
                </a:lnTo>
                <a:lnTo>
                  <a:pt x="955178" y="2255450"/>
                </a:lnTo>
                <a:lnTo>
                  <a:pt x="993688" y="2231888"/>
                </a:lnTo>
                <a:lnTo>
                  <a:pt x="1031778" y="2207716"/>
                </a:lnTo>
                <a:lnTo>
                  <a:pt x="1069442" y="2182939"/>
                </a:lnTo>
                <a:lnTo>
                  <a:pt x="1106671" y="2157565"/>
                </a:lnTo>
                <a:lnTo>
                  <a:pt x="1143460" y="2131600"/>
                </a:lnTo>
                <a:lnTo>
                  <a:pt x="1179802" y="2105052"/>
                </a:lnTo>
                <a:lnTo>
                  <a:pt x="1215689" y="2077927"/>
                </a:lnTo>
                <a:lnTo>
                  <a:pt x="1251116" y="2050233"/>
                </a:lnTo>
                <a:lnTo>
                  <a:pt x="1286075" y="2021975"/>
                </a:lnTo>
                <a:lnTo>
                  <a:pt x="1320559" y="1993160"/>
                </a:lnTo>
                <a:lnTo>
                  <a:pt x="1354562" y="1963797"/>
                </a:lnTo>
                <a:lnTo>
                  <a:pt x="1388077" y="1933890"/>
                </a:lnTo>
                <a:lnTo>
                  <a:pt x="1421097" y="1903448"/>
                </a:lnTo>
                <a:lnTo>
                  <a:pt x="1453615" y="1872476"/>
                </a:lnTo>
                <a:lnTo>
                  <a:pt x="1485624" y="1840982"/>
                </a:lnTo>
                <a:lnTo>
                  <a:pt x="1517118" y="1808973"/>
                </a:lnTo>
                <a:lnTo>
                  <a:pt x="1548089" y="1776455"/>
                </a:lnTo>
                <a:lnTo>
                  <a:pt x="1578532" y="1743435"/>
                </a:lnTo>
                <a:lnTo>
                  <a:pt x="1608438" y="1709921"/>
                </a:lnTo>
                <a:lnTo>
                  <a:pt x="1637802" y="1675918"/>
                </a:lnTo>
                <a:lnTo>
                  <a:pt x="1666616" y="1641433"/>
                </a:lnTo>
                <a:lnTo>
                  <a:pt x="1694874" y="1606474"/>
                </a:lnTo>
                <a:lnTo>
                  <a:pt x="1722569" y="1571048"/>
                </a:lnTo>
                <a:lnTo>
                  <a:pt x="1749694" y="1535160"/>
                </a:lnTo>
                <a:lnTo>
                  <a:pt x="1776242" y="1498818"/>
                </a:lnTo>
                <a:lnTo>
                  <a:pt x="1802207" y="1462029"/>
                </a:lnTo>
                <a:lnTo>
                  <a:pt x="1827581" y="1424800"/>
                </a:lnTo>
                <a:lnTo>
                  <a:pt x="1852357" y="1387137"/>
                </a:lnTo>
                <a:lnTo>
                  <a:pt x="1876530" y="1349046"/>
                </a:lnTo>
                <a:lnTo>
                  <a:pt x="1900092" y="1310536"/>
                </a:lnTo>
                <a:lnTo>
                  <a:pt x="1923036" y="1271613"/>
                </a:lnTo>
                <a:lnTo>
                  <a:pt x="1945356" y="1232283"/>
                </a:lnTo>
                <a:lnTo>
                  <a:pt x="1967045" y="1192554"/>
                </a:lnTo>
                <a:lnTo>
                  <a:pt x="1988095" y="1152431"/>
                </a:lnTo>
                <a:lnTo>
                  <a:pt x="2008500" y="1111923"/>
                </a:lnTo>
                <a:lnTo>
                  <a:pt x="2028141" y="1071271"/>
                </a:lnTo>
                <a:lnTo>
                  <a:pt x="2028258" y="1071038"/>
                </a:lnTo>
                <a:lnTo>
                  <a:pt x="2047349" y="1029776"/>
                </a:lnTo>
                <a:lnTo>
                  <a:pt x="2065779" y="988151"/>
                </a:lnTo>
                <a:lnTo>
                  <a:pt x="2083537" y="946166"/>
                </a:lnTo>
                <a:lnTo>
                  <a:pt x="2100615" y="903830"/>
                </a:lnTo>
                <a:lnTo>
                  <a:pt x="2117008" y="861149"/>
                </a:lnTo>
                <a:lnTo>
                  <a:pt x="2132708" y="818130"/>
                </a:lnTo>
                <a:lnTo>
                  <a:pt x="2147709" y="774779"/>
                </a:lnTo>
                <a:lnTo>
                  <a:pt x="2162003" y="731104"/>
                </a:lnTo>
                <a:lnTo>
                  <a:pt x="2175585" y="687110"/>
                </a:lnTo>
                <a:lnTo>
                  <a:pt x="2188446" y="642806"/>
                </a:lnTo>
                <a:lnTo>
                  <a:pt x="2200581" y="598197"/>
                </a:lnTo>
                <a:lnTo>
                  <a:pt x="2211983" y="553291"/>
                </a:lnTo>
                <a:lnTo>
                  <a:pt x="2222644" y="508095"/>
                </a:lnTo>
                <a:lnTo>
                  <a:pt x="2232557" y="462614"/>
                </a:lnTo>
                <a:lnTo>
                  <a:pt x="2241717" y="416857"/>
                </a:lnTo>
                <a:lnTo>
                  <a:pt x="2250117" y="370829"/>
                </a:lnTo>
                <a:lnTo>
                  <a:pt x="2257748" y="324539"/>
                </a:lnTo>
                <a:lnTo>
                  <a:pt x="2264605" y="277991"/>
                </a:lnTo>
                <a:lnTo>
                  <a:pt x="2270681" y="231194"/>
                </a:lnTo>
                <a:lnTo>
                  <a:pt x="2275969" y="184154"/>
                </a:lnTo>
                <a:lnTo>
                  <a:pt x="2280462" y="136878"/>
                </a:lnTo>
                <a:lnTo>
                  <a:pt x="2284154" y="89373"/>
                </a:lnTo>
                <a:lnTo>
                  <a:pt x="2286978" y="42622"/>
                </a:lnTo>
                <a:lnTo>
                  <a:pt x="2287033" y="41645"/>
                </a:lnTo>
                <a:lnTo>
                  <a:pt x="2288832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531940" y="108639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81" y="580"/>
                </a:move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PE</a:t>
            </a:r>
            <a:r>
              <a:rPr dirty="0" spc="-114"/>
              <a:t>R</a:t>
            </a:r>
            <a:r>
              <a:rPr dirty="0" spc="-75"/>
              <a:t>S</a:t>
            </a:r>
            <a:r>
              <a:rPr dirty="0" spc="-100"/>
              <a:t>PE</a:t>
            </a:r>
            <a:r>
              <a:rPr dirty="0" spc="-80"/>
              <a:t>C</a:t>
            </a:r>
            <a:r>
              <a:rPr dirty="0" spc="-85"/>
              <a:t>T</a:t>
            </a:r>
            <a:r>
              <a:rPr dirty="0" spc="-325"/>
              <a:t>I</a:t>
            </a:r>
            <a:r>
              <a:rPr dirty="0" spc="-110"/>
              <a:t>V</a:t>
            </a:r>
            <a:r>
              <a:rPr dirty="0" spc="-100"/>
              <a:t>E</a:t>
            </a:r>
            <a:r>
              <a:rPr dirty="0" spc="210"/>
              <a:t>S</a:t>
            </a:r>
          </a:p>
        </p:txBody>
      </p:sp>
      <p:sp>
        <p:nvSpPr>
          <p:cNvPr id="12" name="object 12" descr=""/>
          <p:cNvSpPr/>
          <p:nvPr/>
        </p:nvSpPr>
        <p:spPr>
          <a:xfrm>
            <a:off x="12006701" y="8727007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79" y="0"/>
                </a:moveTo>
                <a:lnTo>
                  <a:pt x="0" y="771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1990939" y="8917128"/>
            <a:ext cx="635" cy="1270"/>
          </a:xfrm>
          <a:custGeom>
            <a:avLst/>
            <a:gdLst/>
            <a:ahLst/>
            <a:cxnLst/>
            <a:rect l="l" t="t" r="r" b="b"/>
            <a:pathLst>
              <a:path w="634" h="1270">
                <a:moveTo>
                  <a:pt x="63" y="0"/>
                </a:moveTo>
                <a:lnTo>
                  <a:pt x="0" y="1149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1983801" y="9121476"/>
            <a:ext cx="161290" cy="1165860"/>
          </a:xfrm>
          <a:custGeom>
            <a:avLst/>
            <a:gdLst/>
            <a:ahLst/>
            <a:cxnLst/>
            <a:rect l="l" t="t" r="r" b="b"/>
            <a:pathLst>
              <a:path w="161290" h="1165859">
                <a:moveTo>
                  <a:pt x="208" y="0"/>
                </a:moveTo>
                <a:lnTo>
                  <a:pt x="0" y="36661"/>
                </a:lnTo>
                <a:lnTo>
                  <a:pt x="8" y="38100"/>
                </a:lnTo>
                <a:lnTo>
                  <a:pt x="258" y="85146"/>
                </a:lnTo>
                <a:lnTo>
                  <a:pt x="326" y="88899"/>
                </a:lnTo>
                <a:lnTo>
                  <a:pt x="1037" y="133495"/>
                </a:lnTo>
                <a:lnTo>
                  <a:pt x="1234" y="139697"/>
                </a:lnTo>
                <a:lnTo>
                  <a:pt x="2563" y="181700"/>
                </a:lnTo>
                <a:lnTo>
                  <a:pt x="4554" y="229763"/>
                </a:lnTo>
                <a:lnTo>
                  <a:pt x="6992" y="277686"/>
                </a:lnTo>
                <a:lnTo>
                  <a:pt x="7108" y="279400"/>
                </a:lnTo>
                <a:lnTo>
                  <a:pt x="10218" y="325444"/>
                </a:lnTo>
                <a:lnTo>
                  <a:pt x="13885" y="373056"/>
                </a:lnTo>
                <a:lnTo>
                  <a:pt x="18104" y="420511"/>
                </a:lnTo>
                <a:lnTo>
                  <a:pt x="22872" y="467806"/>
                </a:lnTo>
                <a:lnTo>
                  <a:pt x="28185" y="514939"/>
                </a:lnTo>
                <a:lnTo>
                  <a:pt x="34041" y="561905"/>
                </a:lnTo>
                <a:lnTo>
                  <a:pt x="40436" y="608701"/>
                </a:lnTo>
                <a:lnTo>
                  <a:pt x="47367" y="655324"/>
                </a:lnTo>
                <a:lnTo>
                  <a:pt x="54831" y="701772"/>
                </a:lnTo>
                <a:lnTo>
                  <a:pt x="62825" y="748040"/>
                </a:lnTo>
                <a:lnTo>
                  <a:pt x="71344" y="794126"/>
                </a:lnTo>
                <a:lnTo>
                  <a:pt x="80387" y="840026"/>
                </a:lnTo>
                <a:lnTo>
                  <a:pt x="89950" y="885738"/>
                </a:lnTo>
                <a:lnTo>
                  <a:pt x="100030" y="931257"/>
                </a:lnTo>
                <a:lnTo>
                  <a:pt x="110623" y="976581"/>
                </a:lnTo>
                <a:lnTo>
                  <a:pt x="121727" y="1021707"/>
                </a:lnTo>
                <a:lnTo>
                  <a:pt x="133290" y="1066645"/>
                </a:lnTo>
                <a:lnTo>
                  <a:pt x="145452" y="1111350"/>
                </a:lnTo>
                <a:lnTo>
                  <a:pt x="158067" y="1155861"/>
                </a:lnTo>
                <a:lnTo>
                  <a:pt x="160927" y="1165523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5100" y="4118988"/>
            <a:ext cx="161925" cy="161924"/>
          </a:xfrm>
          <a:prstGeom prst="rect">
            <a:avLst/>
          </a:prstGeom>
        </p:spPr>
      </p:pic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 indent="75565">
              <a:lnSpc>
                <a:spcPct val="116900"/>
              </a:lnSpc>
              <a:spcBef>
                <a:spcPts val="90"/>
              </a:spcBef>
            </a:pPr>
            <a:r>
              <a:rPr dirty="0" spc="-155"/>
              <a:t>Ajout</a:t>
            </a:r>
            <a:r>
              <a:rPr dirty="0" spc="-695"/>
              <a:t> </a:t>
            </a:r>
            <a:r>
              <a:rPr dirty="0" spc="50"/>
              <a:t>de</a:t>
            </a:r>
            <a:r>
              <a:rPr dirty="0" spc="-695"/>
              <a:t> </a:t>
            </a:r>
            <a:r>
              <a:rPr dirty="0"/>
              <a:t>modules</a:t>
            </a:r>
            <a:r>
              <a:rPr dirty="0" spc="-695"/>
              <a:t> </a:t>
            </a:r>
            <a:r>
              <a:rPr dirty="0" spc="-60"/>
              <a:t>supplémentaires </a:t>
            </a:r>
            <a:r>
              <a:rPr dirty="0" spc="-40"/>
              <a:t>(gestion</a:t>
            </a:r>
            <a:r>
              <a:rPr dirty="0" spc="-680"/>
              <a:t> </a:t>
            </a:r>
            <a:r>
              <a:rPr dirty="0" spc="50"/>
              <a:t>de</a:t>
            </a:r>
            <a:r>
              <a:rPr dirty="0" spc="-680"/>
              <a:t> </a:t>
            </a:r>
            <a:r>
              <a:rPr dirty="0" spc="-210"/>
              <a:t>projets,</a:t>
            </a:r>
            <a:r>
              <a:rPr dirty="0" spc="-675"/>
              <a:t> </a:t>
            </a:r>
            <a:r>
              <a:rPr dirty="0" spc="-65"/>
              <a:t>audits</a:t>
            </a:r>
            <a:r>
              <a:rPr dirty="0" spc="-680"/>
              <a:t> </a:t>
            </a:r>
            <a:r>
              <a:rPr dirty="0" spc="-20"/>
              <a:t>IT).</a:t>
            </a:r>
          </a:p>
          <a:p>
            <a:pPr>
              <a:lnSpc>
                <a:spcPct val="100000"/>
              </a:lnSpc>
              <a:spcBef>
                <a:spcPts val="930"/>
              </a:spcBef>
            </a:pPr>
          </a:p>
          <a:p>
            <a:pPr marL="12700" marR="643255">
              <a:lnSpc>
                <a:spcPct val="116900"/>
              </a:lnSpc>
            </a:pPr>
            <a:r>
              <a:rPr dirty="0" spc="-40"/>
              <a:t>Analyse</a:t>
            </a:r>
            <a:r>
              <a:rPr dirty="0" spc="-670"/>
              <a:t> </a:t>
            </a:r>
            <a:r>
              <a:rPr dirty="0" spc="-120"/>
              <a:t>prédictive</a:t>
            </a:r>
            <a:r>
              <a:rPr dirty="0" spc="-670"/>
              <a:t> </a:t>
            </a:r>
            <a:r>
              <a:rPr dirty="0" spc="65"/>
              <a:t>des</a:t>
            </a:r>
            <a:r>
              <a:rPr dirty="0" spc="-670"/>
              <a:t> </a:t>
            </a:r>
            <a:r>
              <a:rPr dirty="0" spc="-45"/>
              <a:t>incidents </a:t>
            </a:r>
            <a:r>
              <a:rPr dirty="0"/>
              <a:t>grâce</a:t>
            </a:r>
            <a:r>
              <a:rPr dirty="0" spc="-670"/>
              <a:t> </a:t>
            </a:r>
            <a:r>
              <a:rPr dirty="0" spc="120"/>
              <a:t>à</a:t>
            </a:r>
            <a:r>
              <a:rPr dirty="0" spc="-665"/>
              <a:t> </a:t>
            </a:r>
            <a:r>
              <a:rPr dirty="0" spc="-140"/>
              <a:t>l’intelligence</a:t>
            </a:r>
            <a:r>
              <a:rPr dirty="0" spc="-665"/>
              <a:t> </a:t>
            </a:r>
            <a:r>
              <a:rPr dirty="0" spc="-145"/>
              <a:t>artificielle.</a:t>
            </a: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5100" y="6176388"/>
            <a:ext cx="161925" cy="16192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9629" y="2791162"/>
            <a:ext cx="5410199" cy="551497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6766706" y="8954862"/>
            <a:ext cx="67119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25" b="1">
                <a:solidFill>
                  <a:srgbClr val="4F86EC"/>
                </a:solidFill>
                <a:latin typeface="Tahoma"/>
                <a:cs typeface="Tahoma"/>
              </a:rPr>
              <a:t>27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77012"/>
            <a:ext cx="5236845" cy="3596640"/>
          </a:xfrm>
          <a:custGeom>
            <a:avLst/>
            <a:gdLst/>
            <a:ahLst/>
            <a:cxnLst/>
            <a:rect l="l" t="t" r="r" b="b"/>
            <a:pathLst>
              <a:path w="5236845" h="3596640">
                <a:moveTo>
                  <a:pt x="1437586" y="3583398"/>
                </a:moveTo>
                <a:lnTo>
                  <a:pt x="1497489" y="3588024"/>
                </a:lnTo>
                <a:lnTo>
                  <a:pt x="1545082" y="3590919"/>
                </a:lnTo>
                <a:lnTo>
                  <a:pt x="1592845" y="3593178"/>
                </a:lnTo>
                <a:lnTo>
                  <a:pt x="1640772" y="3594797"/>
                </a:lnTo>
                <a:lnTo>
                  <a:pt x="1688860" y="3595772"/>
                </a:lnTo>
                <a:lnTo>
                  <a:pt x="1737105" y="3596098"/>
                </a:lnTo>
                <a:lnTo>
                  <a:pt x="1785349" y="3595772"/>
                </a:lnTo>
                <a:lnTo>
                  <a:pt x="1833438" y="3594797"/>
                </a:lnTo>
                <a:lnTo>
                  <a:pt x="1881365" y="3593178"/>
                </a:lnTo>
                <a:lnTo>
                  <a:pt x="1929127" y="3590919"/>
                </a:lnTo>
                <a:lnTo>
                  <a:pt x="1976720" y="3588024"/>
                </a:lnTo>
                <a:lnTo>
                  <a:pt x="2024140" y="3584496"/>
                </a:lnTo>
                <a:lnTo>
                  <a:pt x="2036624" y="3583398"/>
                </a:lnTo>
              </a:path>
              <a:path w="5236845" h="3596640">
                <a:moveTo>
                  <a:pt x="1313538" y="3570698"/>
                </a:moveTo>
                <a:lnTo>
                  <a:pt x="1355767" y="3575561"/>
                </a:lnTo>
                <a:lnTo>
                  <a:pt x="1402827" y="3580341"/>
                </a:lnTo>
                <a:lnTo>
                  <a:pt x="1437586" y="3583398"/>
                </a:lnTo>
              </a:path>
              <a:path w="5236845" h="3596640">
                <a:moveTo>
                  <a:pt x="2036624" y="3583398"/>
                </a:moveTo>
                <a:lnTo>
                  <a:pt x="2071382" y="3580341"/>
                </a:lnTo>
                <a:lnTo>
                  <a:pt x="2118443" y="3575561"/>
                </a:lnTo>
                <a:lnTo>
                  <a:pt x="2160672" y="3570698"/>
                </a:lnTo>
              </a:path>
              <a:path w="5236845" h="3596640">
                <a:moveTo>
                  <a:pt x="1219044" y="3557998"/>
                </a:moveTo>
                <a:lnTo>
                  <a:pt x="1262207" y="3564149"/>
                </a:lnTo>
                <a:lnTo>
                  <a:pt x="1308892" y="3570163"/>
                </a:lnTo>
                <a:lnTo>
                  <a:pt x="1313538" y="3570698"/>
                </a:lnTo>
              </a:path>
              <a:path w="5236845" h="3596640">
                <a:moveTo>
                  <a:pt x="2160672" y="3570698"/>
                </a:moveTo>
                <a:lnTo>
                  <a:pt x="2165318" y="3570163"/>
                </a:lnTo>
                <a:lnTo>
                  <a:pt x="2212002" y="3564149"/>
                </a:lnTo>
                <a:lnTo>
                  <a:pt x="2255165" y="3557998"/>
                </a:lnTo>
              </a:path>
              <a:path w="5236845" h="3596640">
                <a:moveTo>
                  <a:pt x="1140049" y="3545298"/>
                </a:moveTo>
                <a:lnTo>
                  <a:pt x="1169424" y="3550292"/>
                </a:lnTo>
                <a:lnTo>
                  <a:pt x="1215716" y="3557524"/>
                </a:lnTo>
                <a:lnTo>
                  <a:pt x="1219044" y="3557998"/>
                </a:lnTo>
              </a:path>
              <a:path w="5236845" h="3596640">
                <a:moveTo>
                  <a:pt x="2255165" y="3557998"/>
                </a:moveTo>
                <a:lnTo>
                  <a:pt x="2258493" y="3557524"/>
                </a:lnTo>
                <a:lnTo>
                  <a:pt x="2304785" y="3550292"/>
                </a:lnTo>
                <a:lnTo>
                  <a:pt x="2334160" y="3545298"/>
                </a:lnTo>
              </a:path>
              <a:path w="5236845" h="3596640">
                <a:moveTo>
                  <a:pt x="896070" y="3494498"/>
                </a:moveTo>
                <a:lnTo>
                  <a:pt x="941085" y="3505172"/>
                </a:lnTo>
                <a:lnTo>
                  <a:pt x="986322" y="3515376"/>
                </a:lnTo>
                <a:lnTo>
                  <a:pt x="1031780" y="3524995"/>
                </a:lnTo>
                <a:lnTo>
                  <a:pt x="1077452" y="3534023"/>
                </a:lnTo>
                <a:lnTo>
                  <a:pt x="1123335" y="3542457"/>
                </a:lnTo>
                <a:lnTo>
                  <a:pt x="1140049" y="3545298"/>
                </a:lnTo>
              </a:path>
              <a:path w="5236845" h="3596640">
                <a:moveTo>
                  <a:pt x="2334160" y="3545298"/>
                </a:moveTo>
                <a:lnTo>
                  <a:pt x="2396758" y="3534023"/>
                </a:lnTo>
                <a:lnTo>
                  <a:pt x="2442430" y="3524995"/>
                </a:lnTo>
                <a:lnTo>
                  <a:pt x="2487887" y="3515376"/>
                </a:lnTo>
                <a:lnTo>
                  <a:pt x="2533125" y="3505172"/>
                </a:lnTo>
                <a:lnTo>
                  <a:pt x="2578114" y="3494391"/>
                </a:lnTo>
              </a:path>
              <a:path w="5236845" h="3596640">
                <a:moveTo>
                  <a:pt x="0" y="3135184"/>
                </a:moveTo>
                <a:lnTo>
                  <a:pt x="49111" y="3162857"/>
                </a:lnTo>
                <a:lnTo>
                  <a:pt x="88782" y="3184408"/>
                </a:lnTo>
                <a:lnTo>
                  <a:pt x="128760" y="3205460"/>
                </a:lnTo>
                <a:lnTo>
                  <a:pt x="169041" y="3226009"/>
                </a:lnTo>
                <a:lnTo>
                  <a:pt x="209620" y="3246052"/>
                </a:lnTo>
                <a:lnTo>
                  <a:pt x="250493" y="3265583"/>
                </a:lnTo>
                <a:lnTo>
                  <a:pt x="291657" y="3284599"/>
                </a:lnTo>
                <a:lnTo>
                  <a:pt x="333106" y="3303095"/>
                </a:lnTo>
                <a:lnTo>
                  <a:pt x="374837" y="3321068"/>
                </a:lnTo>
                <a:lnTo>
                  <a:pt x="416846" y="3338514"/>
                </a:lnTo>
                <a:lnTo>
                  <a:pt x="459128" y="3355427"/>
                </a:lnTo>
                <a:lnTo>
                  <a:pt x="501680" y="3371804"/>
                </a:lnTo>
                <a:lnTo>
                  <a:pt x="544496" y="3387641"/>
                </a:lnTo>
                <a:lnTo>
                  <a:pt x="587573" y="3402933"/>
                </a:lnTo>
                <a:lnTo>
                  <a:pt x="630908" y="3417677"/>
                </a:lnTo>
                <a:lnTo>
                  <a:pt x="674494" y="3431868"/>
                </a:lnTo>
                <a:lnTo>
                  <a:pt x="718329" y="3445502"/>
                </a:lnTo>
                <a:lnTo>
                  <a:pt x="762409" y="3458575"/>
                </a:lnTo>
                <a:lnTo>
                  <a:pt x="806728" y="3471082"/>
                </a:lnTo>
                <a:lnTo>
                  <a:pt x="851283" y="3483021"/>
                </a:lnTo>
                <a:lnTo>
                  <a:pt x="896070" y="3494498"/>
                </a:lnTo>
              </a:path>
              <a:path w="5236845" h="3596640">
                <a:moveTo>
                  <a:pt x="2578139" y="3494498"/>
                </a:moveTo>
                <a:lnTo>
                  <a:pt x="2622926" y="3483021"/>
                </a:lnTo>
                <a:lnTo>
                  <a:pt x="2667481" y="3471082"/>
                </a:lnTo>
                <a:lnTo>
                  <a:pt x="2711801" y="3458575"/>
                </a:lnTo>
                <a:lnTo>
                  <a:pt x="2755880" y="3445502"/>
                </a:lnTo>
                <a:lnTo>
                  <a:pt x="2799715" y="3431868"/>
                </a:lnTo>
                <a:lnTo>
                  <a:pt x="2843302" y="3417677"/>
                </a:lnTo>
                <a:lnTo>
                  <a:pt x="2886636" y="3402933"/>
                </a:lnTo>
                <a:lnTo>
                  <a:pt x="2929713" y="3387641"/>
                </a:lnTo>
                <a:lnTo>
                  <a:pt x="2972530" y="3371804"/>
                </a:lnTo>
                <a:lnTo>
                  <a:pt x="3015081" y="3355427"/>
                </a:lnTo>
                <a:lnTo>
                  <a:pt x="3057363" y="3338514"/>
                </a:lnTo>
                <a:lnTo>
                  <a:pt x="3099372" y="3321068"/>
                </a:lnTo>
                <a:lnTo>
                  <a:pt x="3141103" y="3303095"/>
                </a:lnTo>
                <a:lnTo>
                  <a:pt x="3182553" y="3284599"/>
                </a:lnTo>
                <a:lnTo>
                  <a:pt x="3223716" y="3265583"/>
                </a:lnTo>
                <a:lnTo>
                  <a:pt x="3264589" y="3246052"/>
                </a:lnTo>
                <a:lnTo>
                  <a:pt x="3305169" y="3226009"/>
                </a:lnTo>
                <a:lnTo>
                  <a:pt x="3345449" y="3205460"/>
                </a:lnTo>
                <a:lnTo>
                  <a:pt x="3385427" y="3184408"/>
                </a:lnTo>
                <a:lnTo>
                  <a:pt x="3425099" y="3162857"/>
                </a:lnTo>
                <a:lnTo>
                  <a:pt x="3464459" y="3140812"/>
                </a:lnTo>
                <a:lnTo>
                  <a:pt x="3503504" y="3118277"/>
                </a:lnTo>
                <a:lnTo>
                  <a:pt x="3542230" y="3095255"/>
                </a:lnTo>
                <a:lnTo>
                  <a:pt x="3580633" y="3071752"/>
                </a:lnTo>
                <a:lnTo>
                  <a:pt x="3618708" y="3047771"/>
                </a:lnTo>
                <a:lnTo>
                  <a:pt x="3656451" y="3023316"/>
                </a:lnTo>
                <a:lnTo>
                  <a:pt x="3693858" y="2998392"/>
                </a:lnTo>
                <a:lnTo>
                  <a:pt x="3730925" y="2973003"/>
                </a:lnTo>
                <a:lnTo>
                  <a:pt x="3767648" y="2947153"/>
                </a:lnTo>
                <a:lnTo>
                  <a:pt x="3804022" y="2920845"/>
                </a:lnTo>
                <a:lnTo>
                  <a:pt x="3840043" y="2894085"/>
                </a:lnTo>
                <a:lnTo>
                  <a:pt x="3875708" y="2866877"/>
                </a:lnTo>
                <a:lnTo>
                  <a:pt x="3911012" y="2839224"/>
                </a:lnTo>
                <a:lnTo>
                  <a:pt x="3945951" y="2811131"/>
                </a:lnTo>
                <a:lnTo>
                  <a:pt x="3980520" y="2782602"/>
                </a:lnTo>
                <a:lnTo>
                  <a:pt x="4014716" y="2753641"/>
                </a:lnTo>
                <a:lnTo>
                  <a:pt x="4048534" y="2724252"/>
                </a:lnTo>
                <a:lnTo>
                  <a:pt x="4081970" y="2694440"/>
                </a:lnTo>
                <a:lnTo>
                  <a:pt x="4115021" y="2664209"/>
                </a:lnTo>
                <a:lnTo>
                  <a:pt x="4147681" y="2633562"/>
                </a:lnTo>
                <a:lnTo>
                  <a:pt x="4179947" y="2602504"/>
                </a:lnTo>
                <a:lnTo>
                  <a:pt x="4211814" y="2571039"/>
                </a:lnTo>
                <a:lnTo>
                  <a:pt x="4243278" y="2539172"/>
                </a:lnTo>
                <a:lnTo>
                  <a:pt x="4274336" y="2506906"/>
                </a:lnTo>
                <a:lnTo>
                  <a:pt x="4304983" y="2474246"/>
                </a:lnTo>
                <a:lnTo>
                  <a:pt x="4335215" y="2441196"/>
                </a:lnTo>
                <a:lnTo>
                  <a:pt x="4365027" y="2407759"/>
                </a:lnTo>
                <a:lnTo>
                  <a:pt x="4394415" y="2373941"/>
                </a:lnTo>
                <a:lnTo>
                  <a:pt x="4423376" y="2339745"/>
                </a:lnTo>
                <a:lnTo>
                  <a:pt x="4451906" y="2305176"/>
                </a:lnTo>
                <a:lnTo>
                  <a:pt x="4479999" y="2270237"/>
                </a:lnTo>
                <a:lnTo>
                  <a:pt x="4507651" y="2234934"/>
                </a:lnTo>
                <a:lnTo>
                  <a:pt x="4534860" y="2199269"/>
                </a:lnTo>
                <a:lnTo>
                  <a:pt x="4561620" y="2163247"/>
                </a:lnTo>
                <a:lnTo>
                  <a:pt x="4587927" y="2126873"/>
                </a:lnTo>
                <a:lnTo>
                  <a:pt x="4613777" y="2090150"/>
                </a:lnTo>
                <a:lnTo>
                  <a:pt x="4639167" y="2053083"/>
                </a:lnTo>
                <a:lnTo>
                  <a:pt x="4664091" y="2015676"/>
                </a:lnTo>
                <a:lnTo>
                  <a:pt x="4688545" y="1977933"/>
                </a:lnTo>
                <a:lnTo>
                  <a:pt x="4712526" y="1939858"/>
                </a:lnTo>
                <a:lnTo>
                  <a:pt x="4736030" y="1901456"/>
                </a:lnTo>
                <a:lnTo>
                  <a:pt x="4759051" y="1862730"/>
                </a:lnTo>
                <a:lnTo>
                  <a:pt x="4781587" y="1823684"/>
                </a:lnTo>
                <a:lnTo>
                  <a:pt x="4803632" y="1784324"/>
                </a:lnTo>
                <a:lnTo>
                  <a:pt x="4825182" y="1744653"/>
                </a:lnTo>
                <a:lnTo>
                  <a:pt x="4846234" y="1704675"/>
                </a:lnTo>
                <a:lnTo>
                  <a:pt x="4866784" y="1664394"/>
                </a:lnTo>
                <a:lnTo>
                  <a:pt x="4886826" y="1623815"/>
                </a:lnTo>
                <a:lnTo>
                  <a:pt x="4906357" y="1582942"/>
                </a:lnTo>
                <a:lnTo>
                  <a:pt x="4925373" y="1541778"/>
                </a:lnTo>
                <a:lnTo>
                  <a:pt x="4943770" y="1500553"/>
                </a:lnTo>
                <a:lnTo>
                  <a:pt x="4943875" y="1500331"/>
                </a:lnTo>
                <a:lnTo>
                  <a:pt x="4961843" y="1458597"/>
                </a:lnTo>
                <a:lnTo>
                  <a:pt x="4979288" y="1416589"/>
                </a:lnTo>
                <a:lnTo>
                  <a:pt x="4996201" y="1374307"/>
                </a:lnTo>
                <a:lnTo>
                  <a:pt x="5012579" y="1331755"/>
                </a:lnTo>
                <a:lnTo>
                  <a:pt x="5028415" y="1288939"/>
                </a:lnTo>
                <a:lnTo>
                  <a:pt x="5043708" y="1245861"/>
                </a:lnTo>
                <a:lnTo>
                  <a:pt x="5058452" y="1202527"/>
                </a:lnTo>
                <a:lnTo>
                  <a:pt x="5072643" y="1158941"/>
                </a:lnTo>
                <a:lnTo>
                  <a:pt x="5086277" y="1115106"/>
                </a:lnTo>
                <a:lnTo>
                  <a:pt x="5099349" y="1071026"/>
                </a:lnTo>
                <a:lnTo>
                  <a:pt x="5111857" y="1026707"/>
                </a:lnTo>
                <a:lnTo>
                  <a:pt x="5123795" y="982152"/>
                </a:lnTo>
                <a:lnTo>
                  <a:pt x="5135160" y="937365"/>
                </a:lnTo>
                <a:lnTo>
                  <a:pt x="5145946" y="892350"/>
                </a:lnTo>
                <a:lnTo>
                  <a:pt x="5156151" y="847112"/>
                </a:lnTo>
                <a:lnTo>
                  <a:pt x="5165680" y="802079"/>
                </a:lnTo>
                <a:lnTo>
                  <a:pt x="5165780" y="801658"/>
                </a:lnTo>
                <a:lnTo>
                  <a:pt x="5174797" y="755983"/>
                </a:lnTo>
                <a:lnTo>
                  <a:pt x="5183231" y="710100"/>
                </a:lnTo>
                <a:lnTo>
                  <a:pt x="5191066" y="664011"/>
                </a:lnTo>
                <a:lnTo>
                  <a:pt x="5198298" y="617718"/>
                </a:lnTo>
                <a:lnTo>
                  <a:pt x="5204923" y="571228"/>
                </a:lnTo>
                <a:lnTo>
                  <a:pt x="5210937" y="524543"/>
                </a:lnTo>
                <a:lnTo>
                  <a:pt x="5216336" y="477668"/>
                </a:lnTo>
                <a:lnTo>
                  <a:pt x="5221115" y="430608"/>
                </a:lnTo>
                <a:lnTo>
                  <a:pt x="5225270" y="383366"/>
                </a:lnTo>
                <a:lnTo>
                  <a:pt x="5228798" y="335946"/>
                </a:lnTo>
                <a:lnTo>
                  <a:pt x="5231694" y="288353"/>
                </a:lnTo>
                <a:lnTo>
                  <a:pt x="5234068" y="240595"/>
                </a:lnTo>
                <a:lnTo>
                  <a:pt x="5235572" y="192663"/>
                </a:lnTo>
                <a:lnTo>
                  <a:pt x="5236610" y="144575"/>
                </a:lnTo>
                <a:lnTo>
                  <a:pt x="5236833" y="103598"/>
                </a:lnTo>
                <a:lnTo>
                  <a:pt x="5236792" y="96331"/>
                </a:lnTo>
                <a:lnTo>
                  <a:pt x="5236570" y="52798"/>
                </a:lnTo>
                <a:lnTo>
                  <a:pt x="5236478" y="48087"/>
                </a:lnTo>
                <a:lnTo>
                  <a:pt x="5235610" y="1997"/>
                </a:lnTo>
                <a:lnTo>
                  <a:pt x="5235523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664500" y="10190600"/>
            <a:ext cx="1905" cy="96520"/>
          </a:xfrm>
          <a:custGeom>
            <a:avLst/>
            <a:gdLst/>
            <a:ahLst/>
            <a:cxnLst/>
            <a:rect l="l" t="t" r="r" b="b"/>
            <a:pathLst>
              <a:path w="1904" h="96520">
                <a:moveTo>
                  <a:pt x="1385" y="0"/>
                </a:moveTo>
                <a:lnTo>
                  <a:pt x="1341" y="1998"/>
                </a:lnTo>
                <a:lnTo>
                  <a:pt x="420" y="48086"/>
                </a:lnTo>
                <a:lnTo>
                  <a:pt x="379" y="52797"/>
                </a:lnTo>
                <a:lnTo>
                  <a:pt x="0" y="96398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662686" y="10190598"/>
            <a:ext cx="1905" cy="96520"/>
          </a:xfrm>
          <a:custGeom>
            <a:avLst/>
            <a:gdLst/>
            <a:ahLst/>
            <a:cxnLst/>
            <a:rect l="l" t="t" r="r" b="b"/>
            <a:pathLst>
              <a:path w="1904" h="96520">
                <a:moveTo>
                  <a:pt x="1349" y="96400"/>
                </a:moveTo>
                <a:lnTo>
                  <a:pt x="1055" y="52798"/>
                </a:lnTo>
                <a:lnTo>
                  <a:pt x="961" y="48087"/>
                </a:lnTo>
                <a:lnTo>
                  <a:pt x="86" y="1998"/>
                </a:lnTo>
                <a:lnTo>
                  <a:pt x="0" y="0"/>
                </a:lnTo>
              </a:path>
            </a:pathLst>
          </a:custGeom>
          <a:ln w="19049">
            <a:solidFill>
              <a:srgbClr val="4F86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254160" y="6778758"/>
            <a:ext cx="4034154" cy="1426845"/>
          </a:xfrm>
          <a:custGeom>
            <a:avLst/>
            <a:gdLst/>
            <a:ahLst/>
            <a:cxnLst/>
            <a:rect l="l" t="t" r="r" b="b"/>
            <a:pathLst>
              <a:path w="4034155" h="1426845">
                <a:moveTo>
                  <a:pt x="4033839" y="1426259"/>
                </a:moveTo>
                <a:lnTo>
                  <a:pt x="6375" y="1426354"/>
                </a:lnTo>
                <a:lnTo>
                  <a:pt x="3499" y="1424493"/>
                </a:lnTo>
                <a:lnTo>
                  <a:pt x="0" y="1416931"/>
                </a:lnTo>
                <a:lnTo>
                  <a:pt x="507" y="1413546"/>
                </a:lnTo>
                <a:lnTo>
                  <a:pt x="1274502" y="1055"/>
                </a:lnTo>
                <a:lnTo>
                  <a:pt x="1276871" y="39"/>
                </a:lnTo>
                <a:lnTo>
                  <a:pt x="4033839" y="0"/>
                </a:lnTo>
                <a:lnTo>
                  <a:pt x="4033839" y="1426259"/>
                </a:lnTo>
                <a:close/>
              </a:path>
            </a:pathLst>
          </a:custGeom>
          <a:solidFill>
            <a:srgbClr val="2029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1914454" y="9931804"/>
            <a:ext cx="1783080" cy="355600"/>
            <a:chOff x="11914454" y="9931804"/>
            <a:chExt cx="1783080" cy="355600"/>
          </a:xfrm>
        </p:grpSpPr>
        <p:sp>
          <p:nvSpPr>
            <p:cNvPr id="7" name="object 7" descr=""/>
            <p:cNvSpPr/>
            <p:nvPr/>
          </p:nvSpPr>
          <p:spPr>
            <a:xfrm>
              <a:off x="11950021" y="9941454"/>
              <a:ext cx="1466850" cy="241300"/>
            </a:xfrm>
            <a:custGeom>
              <a:avLst/>
              <a:gdLst/>
              <a:ahLst/>
              <a:cxnLst/>
              <a:rect l="l" t="t" r="r" b="b"/>
              <a:pathLst>
                <a:path w="1466850" h="241300">
                  <a:moveTo>
                    <a:pt x="1466618" y="241136"/>
                  </a:moveTo>
                  <a:lnTo>
                    <a:pt x="1233096" y="241136"/>
                  </a:lnTo>
                  <a:lnTo>
                    <a:pt x="1167101" y="0"/>
                  </a:lnTo>
                  <a:lnTo>
                    <a:pt x="1400622" y="0"/>
                  </a:lnTo>
                  <a:lnTo>
                    <a:pt x="1466618" y="241136"/>
                  </a:lnTo>
                  <a:close/>
                </a:path>
                <a:path w="1466850" h="241300">
                  <a:moveTo>
                    <a:pt x="226414" y="241136"/>
                  </a:moveTo>
                  <a:lnTo>
                    <a:pt x="0" y="241136"/>
                  </a:lnTo>
                  <a:lnTo>
                    <a:pt x="5837" y="0"/>
                  </a:lnTo>
                  <a:lnTo>
                    <a:pt x="231998" y="0"/>
                  </a:lnTo>
                  <a:lnTo>
                    <a:pt x="226414" y="241136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914454" y="9931805"/>
              <a:ext cx="1783080" cy="355600"/>
            </a:xfrm>
            <a:custGeom>
              <a:avLst/>
              <a:gdLst/>
              <a:ahLst/>
              <a:cxnLst/>
              <a:rect l="l" t="t" r="r" b="b"/>
              <a:pathLst>
                <a:path w="1783080" h="355600">
                  <a:moveTo>
                    <a:pt x="584555" y="341185"/>
                  </a:moveTo>
                  <a:lnTo>
                    <a:pt x="584276" y="338023"/>
                  </a:lnTo>
                  <a:lnTo>
                    <a:pt x="581571" y="331889"/>
                  </a:lnTo>
                  <a:lnTo>
                    <a:pt x="579412" y="329552"/>
                  </a:lnTo>
                  <a:lnTo>
                    <a:pt x="576465" y="327952"/>
                  </a:lnTo>
                  <a:lnTo>
                    <a:pt x="576719" y="327444"/>
                  </a:lnTo>
                  <a:lnTo>
                    <a:pt x="345033" y="207302"/>
                  </a:lnTo>
                  <a:lnTo>
                    <a:pt x="273316" y="170129"/>
                  </a:lnTo>
                  <a:lnTo>
                    <a:pt x="276987" y="19050"/>
                  </a:lnTo>
                  <a:lnTo>
                    <a:pt x="277202" y="9906"/>
                  </a:lnTo>
                  <a:lnTo>
                    <a:pt x="277190" y="7251"/>
                  </a:lnTo>
                  <a:lnTo>
                    <a:pt x="276263" y="4965"/>
                  </a:lnTo>
                  <a:lnTo>
                    <a:pt x="274408" y="3060"/>
                  </a:lnTo>
                  <a:lnTo>
                    <a:pt x="272681" y="1016"/>
                  </a:lnTo>
                  <a:lnTo>
                    <a:pt x="270484" y="0"/>
                  </a:lnTo>
                  <a:lnTo>
                    <a:pt x="257911" y="0"/>
                  </a:lnTo>
                  <a:lnTo>
                    <a:pt x="257911" y="19050"/>
                  </a:lnTo>
                  <a:lnTo>
                    <a:pt x="254165" y="175107"/>
                  </a:lnTo>
                  <a:lnTo>
                    <a:pt x="189636" y="207302"/>
                  </a:lnTo>
                  <a:lnTo>
                    <a:pt x="116408" y="202907"/>
                  </a:lnTo>
                  <a:lnTo>
                    <a:pt x="62585" y="180962"/>
                  </a:lnTo>
                  <a:lnTo>
                    <a:pt x="46964" y="171145"/>
                  </a:lnTo>
                  <a:lnTo>
                    <a:pt x="50787" y="19050"/>
                  </a:lnTo>
                  <a:lnTo>
                    <a:pt x="257911" y="19050"/>
                  </a:lnTo>
                  <a:lnTo>
                    <a:pt x="257911" y="0"/>
                  </a:lnTo>
                  <a:lnTo>
                    <a:pt x="39001" y="0"/>
                  </a:lnTo>
                  <a:lnTo>
                    <a:pt x="36639" y="1016"/>
                  </a:lnTo>
                  <a:lnTo>
                    <a:pt x="33020" y="4648"/>
                  </a:lnTo>
                  <a:lnTo>
                    <a:pt x="32080" y="6832"/>
                  </a:lnTo>
                  <a:lnTo>
                    <a:pt x="31991" y="9906"/>
                  </a:lnTo>
                  <a:lnTo>
                    <a:pt x="26797" y="224510"/>
                  </a:lnTo>
                  <a:lnTo>
                    <a:pt x="1041" y="322872"/>
                  </a:lnTo>
                  <a:lnTo>
                    <a:pt x="444" y="324815"/>
                  </a:lnTo>
                  <a:lnTo>
                    <a:pt x="101" y="326809"/>
                  </a:lnTo>
                  <a:lnTo>
                    <a:pt x="0" y="332867"/>
                  </a:lnTo>
                  <a:lnTo>
                    <a:pt x="723" y="336854"/>
                  </a:lnTo>
                  <a:lnTo>
                    <a:pt x="22390" y="355561"/>
                  </a:lnTo>
                  <a:lnTo>
                    <a:pt x="573049" y="355561"/>
                  </a:lnTo>
                  <a:lnTo>
                    <a:pt x="575957" y="354533"/>
                  </a:lnTo>
                  <a:lnTo>
                    <a:pt x="581228" y="350367"/>
                  </a:lnTo>
                  <a:lnTo>
                    <a:pt x="582942" y="347700"/>
                  </a:lnTo>
                  <a:lnTo>
                    <a:pt x="583006" y="347421"/>
                  </a:lnTo>
                  <a:lnTo>
                    <a:pt x="584555" y="341185"/>
                  </a:lnTo>
                  <a:close/>
                </a:path>
                <a:path w="1783080" h="355600">
                  <a:moveTo>
                    <a:pt x="1782914" y="340550"/>
                  </a:moveTo>
                  <a:lnTo>
                    <a:pt x="1543812" y="207302"/>
                  </a:lnTo>
                  <a:lnTo>
                    <a:pt x="1492846" y="180784"/>
                  </a:lnTo>
                  <a:lnTo>
                    <a:pt x="1469898" y="96926"/>
                  </a:lnTo>
                  <a:lnTo>
                    <a:pt x="1469898" y="168833"/>
                  </a:lnTo>
                  <a:lnTo>
                    <a:pt x="1467916" y="167792"/>
                  </a:lnTo>
                  <a:lnTo>
                    <a:pt x="1388770" y="207302"/>
                  </a:lnTo>
                  <a:lnTo>
                    <a:pt x="1315618" y="202907"/>
                  </a:lnTo>
                  <a:lnTo>
                    <a:pt x="1261884" y="180962"/>
                  </a:lnTo>
                  <a:lnTo>
                    <a:pt x="1258963" y="179133"/>
                  </a:lnTo>
                  <a:lnTo>
                    <a:pt x="1215605" y="19050"/>
                  </a:lnTo>
                  <a:lnTo>
                    <a:pt x="1428826" y="19050"/>
                  </a:lnTo>
                  <a:lnTo>
                    <a:pt x="1469898" y="168833"/>
                  </a:lnTo>
                  <a:lnTo>
                    <a:pt x="1469898" y="96926"/>
                  </a:lnTo>
                  <a:lnTo>
                    <a:pt x="1448587" y="19050"/>
                  </a:lnTo>
                  <a:lnTo>
                    <a:pt x="1438325" y="50"/>
                  </a:lnTo>
                  <a:lnTo>
                    <a:pt x="1199654" y="50"/>
                  </a:lnTo>
                  <a:lnTo>
                    <a:pt x="1197000" y="1371"/>
                  </a:lnTo>
                  <a:lnTo>
                    <a:pt x="1195044" y="3822"/>
                  </a:lnTo>
                  <a:lnTo>
                    <a:pt x="1193215" y="6362"/>
                  </a:lnTo>
                  <a:lnTo>
                    <a:pt x="1192707" y="9156"/>
                  </a:lnTo>
                  <a:lnTo>
                    <a:pt x="1238618" y="176974"/>
                  </a:lnTo>
                  <a:lnTo>
                    <a:pt x="1201140" y="322376"/>
                  </a:lnTo>
                  <a:lnTo>
                    <a:pt x="1200543" y="324307"/>
                  </a:lnTo>
                  <a:lnTo>
                    <a:pt x="1200200" y="326301"/>
                  </a:lnTo>
                  <a:lnTo>
                    <a:pt x="1200099" y="332359"/>
                  </a:lnTo>
                  <a:lnTo>
                    <a:pt x="1200823" y="336346"/>
                  </a:lnTo>
                  <a:lnTo>
                    <a:pt x="1222489" y="355053"/>
                  </a:lnTo>
                  <a:lnTo>
                    <a:pt x="1770227" y="355053"/>
                  </a:lnTo>
                  <a:lnTo>
                    <a:pt x="1772818" y="354723"/>
                  </a:lnTo>
                  <a:lnTo>
                    <a:pt x="1775510" y="353466"/>
                  </a:lnTo>
                  <a:lnTo>
                    <a:pt x="1780120" y="349237"/>
                  </a:lnTo>
                  <a:lnTo>
                    <a:pt x="1781594" y="346659"/>
                  </a:lnTo>
                  <a:lnTo>
                    <a:pt x="1782914" y="340550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4244012" y="6599047"/>
            <a:ext cx="4044315" cy="1426845"/>
            <a:chOff x="14244012" y="6599047"/>
            <a:chExt cx="4044315" cy="1426845"/>
          </a:xfrm>
        </p:grpSpPr>
        <p:sp>
          <p:nvSpPr>
            <p:cNvPr id="10" name="object 10" descr=""/>
            <p:cNvSpPr/>
            <p:nvPr/>
          </p:nvSpPr>
          <p:spPr>
            <a:xfrm>
              <a:off x="14254526" y="6608692"/>
              <a:ext cx="4033520" cy="1407795"/>
            </a:xfrm>
            <a:custGeom>
              <a:avLst/>
              <a:gdLst/>
              <a:ahLst/>
              <a:cxnLst/>
              <a:rect l="l" t="t" r="r" b="b"/>
              <a:pathLst>
                <a:path w="4033519" h="1407795">
                  <a:moveTo>
                    <a:pt x="4033473" y="1407222"/>
                  </a:moveTo>
                  <a:lnTo>
                    <a:pt x="0" y="1407222"/>
                  </a:lnTo>
                  <a:lnTo>
                    <a:pt x="1269139" y="0"/>
                  </a:lnTo>
                  <a:lnTo>
                    <a:pt x="4033473" y="0"/>
                  </a:lnTo>
                  <a:lnTo>
                    <a:pt x="4033473" y="1407222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244012" y="6599047"/>
              <a:ext cx="4044315" cy="1426845"/>
            </a:xfrm>
            <a:custGeom>
              <a:avLst/>
              <a:gdLst/>
              <a:ahLst/>
              <a:cxnLst/>
              <a:rect l="l" t="t" r="r" b="b"/>
              <a:pathLst>
                <a:path w="4044315" h="1426845">
                  <a:moveTo>
                    <a:pt x="6298" y="1426392"/>
                  </a:moveTo>
                  <a:lnTo>
                    <a:pt x="3336" y="1424531"/>
                  </a:lnTo>
                  <a:lnTo>
                    <a:pt x="1629" y="1420674"/>
                  </a:lnTo>
                  <a:lnTo>
                    <a:pt x="0" y="1416902"/>
                  </a:lnTo>
                  <a:lnTo>
                    <a:pt x="592" y="1413517"/>
                  </a:lnTo>
                  <a:lnTo>
                    <a:pt x="3406" y="1410521"/>
                  </a:lnTo>
                  <a:lnTo>
                    <a:pt x="1272546" y="3045"/>
                  </a:lnTo>
                  <a:lnTo>
                    <a:pt x="1274497" y="1055"/>
                  </a:lnTo>
                  <a:lnTo>
                    <a:pt x="1276959" y="0"/>
                  </a:lnTo>
                  <a:lnTo>
                    <a:pt x="4043987" y="0"/>
                  </a:lnTo>
                  <a:lnTo>
                    <a:pt x="4043987" y="19036"/>
                  </a:lnTo>
                  <a:lnTo>
                    <a:pt x="1284476" y="19036"/>
                  </a:lnTo>
                  <a:lnTo>
                    <a:pt x="31834" y="1407221"/>
                  </a:lnTo>
                  <a:lnTo>
                    <a:pt x="4043987" y="1407221"/>
                  </a:lnTo>
                  <a:lnTo>
                    <a:pt x="4043987" y="1426259"/>
                  </a:lnTo>
                  <a:lnTo>
                    <a:pt x="10513" y="1426259"/>
                  </a:lnTo>
                  <a:lnTo>
                    <a:pt x="6298" y="1426392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465284" y="7223452"/>
              <a:ext cx="2115185" cy="481330"/>
            </a:xfrm>
            <a:custGeom>
              <a:avLst/>
              <a:gdLst/>
              <a:ahLst/>
              <a:cxnLst/>
              <a:rect l="l" t="t" r="r" b="b"/>
              <a:pathLst>
                <a:path w="2115184" h="481329">
                  <a:moveTo>
                    <a:pt x="1766388" y="481269"/>
                  </a:moveTo>
                  <a:lnTo>
                    <a:pt x="177679" y="454109"/>
                  </a:lnTo>
                  <a:lnTo>
                    <a:pt x="0" y="154339"/>
                  </a:lnTo>
                  <a:lnTo>
                    <a:pt x="15122" y="133525"/>
                  </a:lnTo>
                  <a:lnTo>
                    <a:pt x="55302" y="86630"/>
                  </a:lnTo>
                  <a:lnTo>
                    <a:pt x="112759" y="36975"/>
                  </a:lnTo>
                  <a:lnTo>
                    <a:pt x="179710" y="7880"/>
                  </a:lnTo>
                  <a:lnTo>
                    <a:pt x="231429" y="4808"/>
                  </a:lnTo>
                  <a:lnTo>
                    <a:pt x="336188" y="2519"/>
                  </a:lnTo>
                  <a:lnTo>
                    <a:pt x="664301" y="0"/>
                  </a:lnTo>
                  <a:lnTo>
                    <a:pt x="1577851" y="1547"/>
                  </a:lnTo>
                  <a:lnTo>
                    <a:pt x="2026047" y="5773"/>
                  </a:lnTo>
                  <a:lnTo>
                    <a:pt x="2085660" y="7356"/>
                  </a:lnTo>
                  <a:lnTo>
                    <a:pt x="2114577" y="82822"/>
                  </a:lnTo>
                  <a:lnTo>
                    <a:pt x="2110651" y="131097"/>
                  </a:lnTo>
                  <a:lnTo>
                    <a:pt x="2107533" y="152816"/>
                  </a:lnTo>
                  <a:lnTo>
                    <a:pt x="1766388" y="481269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453544" y="7213009"/>
              <a:ext cx="2134870" cy="501650"/>
            </a:xfrm>
            <a:custGeom>
              <a:avLst/>
              <a:gdLst/>
              <a:ahLst/>
              <a:cxnLst/>
              <a:rect l="l" t="t" r="r" b="b"/>
              <a:pathLst>
                <a:path w="2134869" h="501650">
                  <a:moveTo>
                    <a:pt x="1777368" y="501357"/>
                  </a:moveTo>
                  <a:lnTo>
                    <a:pt x="187729" y="473915"/>
                  </a:lnTo>
                  <a:lnTo>
                    <a:pt x="185871" y="473915"/>
                  </a:lnTo>
                  <a:lnTo>
                    <a:pt x="183164" y="472392"/>
                  </a:lnTo>
                  <a:lnTo>
                    <a:pt x="181297" y="469375"/>
                  </a:lnTo>
                  <a:lnTo>
                    <a:pt x="2094" y="169605"/>
                  </a:lnTo>
                  <a:lnTo>
                    <a:pt x="0" y="166220"/>
                  </a:lnTo>
                  <a:lnTo>
                    <a:pt x="0" y="162836"/>
                  </a:lnTo>
                  <a:lnTo>
                    <a:pt x="2094" y="159452"/>
                  </a:lnTo>
                  <a:lnTo>
                    <a:pt x="41891" y="108443"/>
                  </a:lnTo>
                  <a:lnTo>
                    <a:pt x="82745" y="66886"/>
                  </a:lnTo>
                  <a:lnTo>
                    <a:pt x="132712" y="29898"/>
                  </a:lnTo>
                  <a:lnTo>
                    <a:pt x="188150" y="8932"/>
                  </a:lnTo>
                  <a:lnTo>
                    <a:pt x="235791" y="6279"/>
                  </a:lnTo>
                  <a:lnTo>
                    <a:pt x="336908" y="4088"/>
                  </a:lnTo>
                  <a:lnTo>
                    <a:pt x="972779" y="0"/>
                  </a:lnTo>
                  <a:lnTo>
                    <a:pt x="1313704" y="0"/>
                  </a:lnTo>
                  <a:lnTo>
                    <a:pt x="1423602" y="271"/>
                  </a:lnTo>
                  <a:lnTo>
                    <a:pt x="1492869" y="492"/>
                  </a:lnTo>
                  <a:lnTo>
                    <a:pt x="1560491" y="764"/>
                  </a:lnTo>
                  <a:lnTo>
                    <a:pt x="1626043" y="1087"/>
                  </a:lnTo>
                  <a:lnTo>
                    <a:pt x="1689114" y="1460"/>
                  </a:lnTo>
                  <a:lnTo>
                    <a:pt x="1749301" y="1883"/>
                  </a:lnTo>
                  <a:lnTo>
                    <a:pt x="1806203" y="2358"/>
                  </a:lnTo>
                  <a:lnTo>
                    <a:pt x="1858276" y="2884"/>
                  </a:lnTo>
                  <a:lnTo>
                    <a:pt x="1859418" y="2884"/>
                  </a:lnTo>
                  <a:lnTo>
                    <a:pt x="1907553" y="3460"/>
                  </a:lnTo>
                  <a:lnTo>
                    <a:pt x="1908544" y="3460"/>
                  </a:lnTo>
                  <a:lnTo>
                    <a:pt x="1952329" y="4088"/>
                  </a:lnTo>
                  <a:lnTo>
                    <a:pt x="1953179" y="4088"/>
                  </a:lnTo>
                  <a:lnTo>
                    <a:pt x="1992204" y="4767"/>
                  </a:lnTo>
                  <a:lnTo>
                    <a:pt x="1992916" y="4767"/>
                  </a:lnTo>
                  <a:lnTo>
                    <a:pt x="2026772" y="5497"/>
                  </a:lnTo>
                  <a:lnTo>
                    <a:pt x="2027348" y="5497"/>
                  </a:lnTo>
                  <a:lnTo>
                    <a:pt x="2055626" y="6279"/>
                  </a:lnTo>
                  <a:lnTo>
                    <a:pt x="2056065" y="6279"/>
                  </a:lnTo>
                  <a:lnTo>
                    <a:pt x="2078356" y="7112"/>
                  </a:lnTo>
                  <a:lnTo>
                    <a:pt x="2078655" y="7112"/>
                  </a:lnTo>
                  <a:lnTo>
                    <a:pt x="2094550" y="7996"/>
                  </a:lnTo>
                  <a:lnTo>
                    <a:pt x="2094702" y="7996"/>
                  </a:lnTo>
                  <a:lnTo>
                    <a:pt x="2103790" y="8932"/>
                  </a:lnTo>
                  <a:lnTo>
                    <a:pt x="2114272" y="19161"/>
                  </a:lnTo>
                  <a:lnTo>
                    <a:pt x="666634" y="19161"/>
                  </a:lnTo>
                  <a:lnTo>
                    <a:pt x="511893" y="19845"/>
                  </a:lnTo>
                  <a:lnTo>
                    <a:pt x="467109" y="20163"/>
                  </a:lnTo>
                  <a:lnTo>
                    <a:pt x="366181" y="21354"/>
                  </a:lnTo>
                  <a:lnTo>
                    <a:pt x="364328" y="21354"/>
                  </a:lnTo>
                  <a:lnTo>
                    <a:pt x="280335" y="23102"/>
                  </a:lnTo>
                  <a:lnTo>
                    <a:pt x="223922" y="25256"/>
                  </a:lnTo>
                  <a:lnTo>
                    <a:pt x="146992" y="44759"/>
                  </a:lnTo>
                  <a:lnTo>
                    <a:pt x="104586" y="74879"/>
                  </a:lnTo>
                  <a:lnTo>
                    <a:pt x="67810" y="110336"/>
                  </a:lnTo>
                  <a:lnTo>
                    <a:pt x="39495" y="143115"/>
                  </a:lnTo>
                  <a:lnTo>
                    <a:pt x="22401" y="165289"/>
                  </a:lnTo>
                  <a:lnTo>
                    <a:pt x="195765" y="455161"/>
                  </a:lnTo>
                  <a:lnTo>
                    <a:pt x="1773560" y="482320"/>
                  </a:lnTo>
                  <a:lnTo>
                    <a:pt x="1799825" y="482320"/>
                  </a:lnTo>
                  <a:lnTo>
                    <a:pt x="1782952" y="498566"/>
                  </a:lnTo>
                  <a:lnTo>
                    <a:pt x="1781418" y="500153"/>
                  </a:lnTo>
                  <a:lnTo>
                    <a:pt x="1779557" y="501083"/>
                  </a:lnTo>
                  <a:lnTo>
                    <a:pt x="1777368" y="501357"/>
                  </a:lnTo>
                  <a:close/>
                </a:path>
                <a:path w="2134869" h="501650">
                  <a:moveTo>
                    <a:pt x="1799825" y="482320"/>
                  </a:moveTo>
                  <a:lnTo>
                    <a:pt x="1773560" y="482320"/>
                  </a:lnTo>
                  <a:lnTo>
                    <a:pt x="2109629" y="158943"/>
                  </a:lnTo>
                  <a:lnTo>
                    <a:pt x="2115106" y="113135"/>
                  </a:lnTo>
                  <a:lnTo>
                    <a:pt x="2115842" y="76894"/>
                  </a:lnTo>
                  <a:lnTo>
                    <a:pt x="2115942" y="71944"/>
                  </a:lnTo>
                  <a:lnTo>
                    <a:pt x="2111592" y="41508"/>
                  </a:lnTo>
                  <a:lnTo>
                    <a:pt x="2010188" y="26539"/>
                  </a:lnTo>
                  <a:lnTo>
                    <a:pt x="1890447" y="25256"/>
                  </a:lnTo>
                  <a:lnTo>
                    <a:pt x="1531654" y="22221"/>
                  </a:lnTo>
                  <a:lnTo>
                    <a:pt x="1314576" y="20819"/>
                  </a:lnTo>
                  <a:lnTo>
                    <a:pt x="1030562" y="19536"/>
                  </a:lnTo>
                  <a:lnTo>
                    <a:pt x="876737" y="19161"/>
                  </a:lnTo>
                  <a:lnTo>
                    <a:pt x="2114272" y="19161"/>
                  </a:lnTo>
                  <a:lnTo>
                    <a:pt x="2127174" y="31753"/>
                  </a:lnTo>
                  <a:lnTo>
                    <a:pt x="2134377" y="76894"/>
                  </a:lnTo>
                  <a:lnTo>
                    <a:pt x="2132060" y="127081"/>
                  </a:lnTo>
                  <a:lnTo>
                    <a:pt x="2126889" y="165036"/>
                  </a:lnTo>
                  <a:lnTo>
                    <a:pt x="2126857" y="165289"/>
                  </a:lnTo>
                  <a:lnTo>
                    <a:pt x="2126739" y="166220"/>
                  </a:lnTo>
                  <a:lnTo>
                    <a:pt x="2126628" y="167097"/>
                  </a:lnTo>
                  <a:lnTo>
                    <a:pt x="2125697" y="168789"/>
                  </a:lnTo>
                  <a:lnTo>
                    <a:pt x="2124097" y="170113"/>
                  </a:lnTo>
                  <a:lnTo>
                    <a:pt x="1799825" y="482320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4664965" y="8156281"/>
            <a:ext cx="1842770" cy="1982470"/>
            <a:chOff x="14664965" y="8156281"/>
            <a:chExt cx="1842770" cy="1982470"/>
          </a:xfrm>
        </p:grpSpPr>
        <p:sp>
          <p:nvSpPr>
            <p:cNvPr id="15" name="object 15" descr=""/>
            <p:cNvSpPr/>
            <p:nvPr/>
          </p:nvSpPr>
          <p:spPr>
            <a:xfrm>
              <a:off x="14664965" y="8156281"/>
              <a:ext cx="1842770" cy="1845310"/>
            </a:xfrm>
            <a:custGeom>
              <a:avLst/>
              <a:gdLst/>
              <a:ahLst/>
              <a:cxnLst/>
              <a:rect l="l" t="t" r="r" b="b"/>
              <a:pathLst>
                <a:path w="1842769" h="1845309">
                  <a:moveTo>
                    <a:pt x="1196930" y="1845263"/>
                  </a:moveTo>
                  <a:lnTo>
                    <a:pt x="1148836" y="1840585"/>
                  </a:lnTo>
                  <a:lnTo>
                    <a:pt x="1102326" y="1830547"/>
                  </a:lnTo>
                  <a:lnTo>
                    <a:pt x="1060023" y="1814851"/>
                  </a:lnTo>
                  <a:lnTo>
                    <a:pt x="1024551" y="1793201"/>
                  </a:lnTo>
                  <a:lnTo>
                    <a:pt x="998535" y="1765300"/>
                  </a:lnTo>
                  <a:lnTo>
                    <a:pt x="984598" y="1730853"/>
                  </a:lnTo>
                  <a:lnTo>
                    <a:pt x="1218374" y="537861"/>
                  </a:lnTo>
                  <a:lnTo>
                    <a:pt x="761484" y="527200"/>
                  </a:lnTo>
                  <a:lnTo>
                    <a:pt x="676451" y="1677041"/>
                  </a:lnTo>
                  <a:lnTo>
                    <a:pt x="645433" y="1697847"/>
                  </a:lnTo>
                  <a:lnTo>
                    <a:pt x="561562" y="1731931"/>
                  </a:lnTo>
                  <a:lnTo>
                    <a:pt x="438618" y="1736794"/>
                  </a:lnTo>
                  <a:lnTo>
                    <a:pt x="290379" y="1669934"/>
                  </a:lnTo>
                  <a:lnTo>
                    <a:pt x="273880" y="504864"/>
                  </a:lnTo>
                  <a:lnTo>
                    <a:pt x="156834" y="509813"/>
                  </a:lnTo>
                  <a:lnTo>
                    <a:pt x="65174" y="511717"/>
                  </a:lnTo>
                  <a:lnTo>
                    <a:pt x="0" y="509432"/>
                  </a:lnTo>
                  <a:lnTo>
                    <a:pt x="39212" y="426835"/>
                  </a:lnTo>
                  <a:lnTo>
                    <a:pt x="177203" y="252051"/>
                  </a:lnTo>
                  <a:lnTo>
                    <a:pt x="325141" y="78599"/>
                  </a:lnTo>
                  <a:lnTo>
                    <a:pt x="394194" y="0"/>
                  </a:lnTo>
                  <a:lnTo>
                    <a:pt x="585327" y="23859"/>
                  </a:lnTo>
                  <a:lnTo>
                    <a:pt x="732265" y="22523"/>
                  </a:lnTo>
                  <a:lnTo>
                    <a:pt x="1068266" y="23828"/>
                  </a:lnTo>
                  <a:lnTo>
                    <a:pt x="1436107" y="35746"/>
                  </a:lnTo>
                  <a:lnTo>
                    <a:pt x="1678564" y="66249"/>
                  </a:lnTo>
                  <a:lnTo>
                    <a:pt x="1729559" y="88168"/>
                  </a:lnTo>
                  <a:lnTo>
                    <a:pt x="1769913" y="115759"/>
                  </a:lnTo>
                  <a:lnTo>
                    <a:pt x="1800495" y="148376"/>
                  </a:lnTo>
                  <a:lnTo>
                    <a:pt x="1822171" y="185374"/>
                  </a:lnTo>
                  <a:lnTo>
                    <a:pt x="1835808" y="226108"/>
                  </a:lnTo>
                  <a:lnTo>
                    <a:pt x="1842274" y="269932"/>
                  </a:lnTo>
                  <a:lnTo>
                    <a:pt x="1842434" y="316199"/>
                  </a:lnTo>
                  <a:lnTo>
                    <a:pt x="1837156" y="364266"/>
                  </a:lnTo>
                  <a:lnTo>
                    <a:pt x="1827307" y="413486"/>
                  </a:lnTo>
                  <a:lnTo>
                    <a:pt x="1815945" y="457010"/>
                  </a:lnTo>
                  <a:lnTo>
                    <a:pt x="1784614" y="567617"/>
                  </a:lnTo>
                  <a:lnTo>
                    <a:pt x="1739345" y="720443"/>
                  </a:lnTo>
                  <a:lnTo>
                    <a:pt x="1683746" y="901802"/>
                  </a:lnTo>
                  <a:lnTo>
                    <a:pt x="1642723" y="1031800"/>
                  </a:lnTo>
                  <a:lnTo>
                    <a:pt x="1599782" y="1164341"/>
                  </a:lnTo>
                  <a:lnTo>
                    <a:pt x="1555991" y="1295368"/>
                  </a:lnTo>
                  <a:lnTo>
                    <a:pt x="1512420" y="1420828"/>
                  </a:lnTo>
                  <a:lnTo>
                    <a:pt x="1491051" y="1480202"/>
                  </a:lnTo>
                  <a:lnTo>
                    <a:pt x="1470137" y="1536664"/>
                  </a:lnTo>
                  <a:lnTo>
                    <a:pt x="1449813" y="1589706"/>
                  </a:lnTo>
                  <a:lnTo>
                    <a:pt x="1430212" y="1638821"/>
                  </a:lnTo>
                  <a:lnTo>
                    <a:pt x="1411468" y="1683503"/>
                  </a:lnTo>
                  <a:lnTo>
                    <a:pt x="1393714" y="1723244"/>
                  </a:lnTo>
                  <a:lnTo>
                    <a:pt x="1377084" y="1757537"/>
                  </a:lnTo>
                  <a:lnTo>
                    <a:pt x="1347729" y="1807755"/>
                  </a:lnTo>
                  <a:lnTo>
                    <a:pt x="1287373" y="1839723"/>
                  </a:lnTo>
                  <a:lnTo>
                    <a:pt x="1243984" y="1844877"/>
                  </a:lnTo>
                  <a:lnTo>
                    <a:pt x="1196930" y="1845263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989293" y="9852359"/>
              <a:ext cx="589915" cy="278130"/>
            </a:xfrm>
            <a:custGeom>
              <a:avLst/>
              <a:gdLst/>
              <a:ahLst/>
              <a:cxnLst/>
              <a:rect l="l" t="t" r="r" b="b"/>
              <a:pathLst>
                <a:path w="589915" h="278129">
                  <a:moveTo>
                    <a:pt x="500734" y="277655"/>
                  </a:moveTo>
                  <a:lnTo>
                    <a:pt x="447181" y="277153"/>
                  </a:lnTo>
                  <a:lnTo>
                    <a:pt x="386557" y="274108"/>
                  </a:lnTo>
                  <a:lnTo>
                    <a:pt x="321816" y="268941"/>
                  </a:lnTo>
                  <a:lnTo>
                    <a:pt x="255910" y="262076"/>
                  </a:lnTo>
                  <a:lnTo>
                    <a:pt x="191790" y="253935"/>
                  </a:lnTo>
                  <a:lnTo>
                    <a:pt x="132410" y="244942"/>
                  </a:lnTo>
                  <a:lnTo>
                    <a:pt x="80722" y="235519"/>
                  </a:lnTo>
                  <a:lnTo>
                    <a:pt x="39678" y="226089"/>
                  </a:lnTo>
                  <a:lnTo>
                    <a:pt x="1332" y="208900"/>
                  </a:lnTo>
                  <a:lnTo>
                    <a:pt x="0" y="162339"/>
                  </a:lnTo>
                  <a:lnTo>
                    <a:pt x="3997" y="92076"/>
                  </a:lnTo>
                  <a:lnTo>
                    <a:pt x="11993" y="0"/>
                  </a:lnTo>
                  <a:lnTo>
                    <a:pt x="124447" y="30170"/>
                  </a:lnTo>
                  <a:lnTo>
                    <a:pt x="212961" y="27001"/>
                  </a:lnTo>
                  <a:lnTo>
                    <a:pt x="270921" y="10459"/>
                  </a:lnTo>
                  <a:lnTo>
                    <a:pt x="291711" y="508"/>
                  </a:lnTo>
                  <a:lnTo>
                    <a:pt x="291711" y="81986"/>
                  </a:lnTo>
                  <a:lnTo>
                    <a:pt x="341696" y="102610"/>
                  </a:lnTo>
                  <a:lnTo>
                    <a:pt x="449814" y="151789"/>
                  </a:lnTo>
                  <a:lnTo>
                    <a:pt x="553317" y="210487"/>
                  </a:lnTo>
                  <a:lnTo>
                    <a:pt x="589451" y="259666"/>
                  </a:lnTo>
                  <a:lnTo>
                    <a:pt x="574822" y="269334"/>
                  </a:lnTo>
                  <a:lnTo>
                    <a:pt x="544265" y="275189"/>
                  </a:lnTo>
                  <a:lnTo>
                    <a:pt x="500734" y="277655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979759" y="9842951"/>
              <a:ext cx="610870" cy="295910"/>
            </a:xfrm>
            <a:custGeom>
              <a:avLst/>
              <a:gdLst/>
              <a:ahLst/>
              <a:cxnLst/>
              <a:rect l="l" t="t" r="r" b="b"/>
              <a:pathLst>
                <a:path w="610869" h="295909">
                  <a:moveTo>
                    <a:pt x="275212" y="32197"/>
                  </a:moveTo>
                  <a:lnTo>
                    <a:pt x="164714" y="32197"/>
                  </a:lnTo>
                  <a:lnTo>
                    <a:pt x="218942" y="27684"/>
                  </a:lnTo>
                  <a:lnTo>
                    <a:pt x="260266" y="17418"/>
                  </a:lnTo>
                  <a:lnTo>
                    <a:pt x="286742" y="6940"/>
                  </a:lnTo>
                  <a:lnTo>
                    <a:pt x="296423" y="1794"/>
                  </a:lnTo>
                  <a:lnTo>
                    <a:pt x="299638" y="0"/>
                  </a:lnTo>
                  <a:lnTo>
                    <a:pt x="302853" y="0"/>
                  </a:lnTo>
                  <a:lnTo>
                    <a:pt x="309351" y="3621"/>
                  </a:lnTo>
                  <a:lnTo>
                    <a:pt x="310959" y="6413"/>
                  </a:lnTo>
                  <a:lnTo>
                    <a:pt x="310942" y="25653"/>
                  </a:lnTo>
                  <a:lnTo>
                    <a:pt x="292108" y="25653"/>
                  </a:lnTo>
                  <a:lnTo>
                    <a:pt x="276403" y="31799"/>
                  </a:lnTo>
                  <a:lnTo>
                    <a:pt x="275212" y="32197"/>
                  </a:lnTo>
                  <a:close/>
                </a:path>
                <a:path w="610869" h="295909">
                  <a:moveTo>
                    <a:pt x="491109" y="295727"/>
                  </a:moveTo>
                  <a:lnTo>
                    <a:pt x="439672" y="294130"/>
                  </a:lnTo>
                  <a:lnTo>
                    <a:pt x="388316" y="291428"/>
                  </a:lnTo>
                  <a:lnTo>
                    <a:pt x="337043" y="287621"/>
                  </a:lnTo>
                  <a:lnTo>
                    <a:pt x="285852" y="282708"/>
                  </a:lnTo>
                  <a:lnTo>
                    <a:pt x="234743" y="276690"/>
                  </a:lnTo>
                  <a:lnTo>
                    <a:pt x="152962" y="265513"/>
                  </a:lnTo>
                  <a:lnTo>
                    <a:pt x="88959" y="254352"/>
                  </a:lnTo>
                  <a:lnTo>
                    <a:pt x="42374" y="243172"/>
                  </a:lnTo>
                  <a:lnTo>
                    <a:pt x="1729" y="220847"/>
                  </a:lnTo>
                  <a:lnTo>
                    <a:pt x="0" y="176701"/>
                  </a:lnTo>
                  <a:lnTo>
                    <a:pt x="3505" y="109639"/>
                  </a:lnTo>
                  <a:lnTo>
                    <a:pt x="8713" y="45335"/>
                  </a:lnTo>
                  <a:lnTo>
                    <a:pt x="12311" y="6940"/>
                  </a:lnTo>
                  <a:lnTo>
                    <a:pt x="19581" y="305"/>
                  </a:lnTo>
                  <a:lnTo>
                    <a:pt x="22458" y="305"/>
                  </a:lnTo>
                  <a:lnTo>
                    <a:pt x="25334" y="1794"/>
                  </a:lnTo>
                  <a:lnTo>
                    <a:pt x="94701" y="23876"/>
                  </a:lnTo>
                  <a:lnTo>
                    <a:pt x="29904" y="23876"/>
                  </a:lnTo>
                  <a:lnTo>
                    <a:pt x="25095" y="71666"/>
                  </a:lnTo>
                  <a:lnTo>
                    <a:pt x="21914" y="118476"/>
                  </a:lnTo>
                  <a:lnTo>
                    <a:pt x="20145" y="167486"/>
                  </a:lnTo>
                  <a:lnTo>
                    <a:pt x="20004" y="215517"/>
                  </a:lnTo>
                  <a:lnTo>
                    <a:pt x="36042" y="222432"/>
                  </a:lnTo>
                  <a:lnTo>
                    <a:pt x="109005" y="238689"/>
                  </a:lnTo>
                  <a:lnTo>
                    <a:pt x="160602" y="247187"/>
                  </a:lnTo>
                  <a:lnTo>
                    <a:pt x="218725" y="255368"/>
                  </a:lnTo>
                  <a:lnTo>
                    <a:pt x="280710" y="262809"/>
                  </a:lnTo>
                  <a:lnTo>
                    <a:pt x="343892" y="269089"/>
                  </a:lnTo>
                  <a:lnTo>
                    <a:pt x="405609" y="273786"/>
                  </a:lnTo>
                  <a:lnTo>
                    <a:pt x="463196" y="276476"/>
                  </a:lnTo>
                  <a:lnTo>
                    <a:pt x="604429" y="276690"/>
                  </a:lnTo>
                  <a:lnTo>
                    <a:pt x="594159" y="284268"/>
                  </a:lnTo>
                  <a:lnTo>
                    <a:pt x="568431" y="290936"/>
                  </a:lnTo>
                  <a:lnTo>
                    <a:pt x="533233" y="294604"/>
                  </a:lnTo>
                  <a:lnTo>
                    <a:pt x="491109" y="295727"/>
                  </a:lnTo>
                  <a:close/>
                </a:path>
                <a:path w="610869" h="295909">
                  <a:moveTo>
                    <a:pt x="160824" y="51679"/>
                  </a:moveTo>
                  <a:lnTo>
                    <a:pt x="110531" y="47515"/>
                  </a:lnTo>
                  <a:lnTo>
                    <a:pt x="61406" y="35779"/>
                  </a:lnTo>
                  <a:lnTo>
                    <a:pt x="29904" y="23876"/>
                  </a:lnTo>
                  <a:lnTo>
                    <a:pt x="94701" y="23876"/>
                  </a:lnTo>
                  <a:lnTo>
                    <a:pt x="99530" y="25414"/>
                  </a:lnTo>
                  <a:lnTo>
                    <a:pt x="164714" y="32197"/>
                  </a:lnTo>
                  <a:lnTo>
                    <a:pt x="275212" y="32197"/>
                  </a:lnTo>
                  <a:lnTo>
                    <a:pt x="260448" y="37128"/>
                  </a:lnTo>
                  <a:lnTo>
                    <a:pt x="211167" y="48196"/>
                  </a:lnTo>
                  <a:lnTo>
                    <a:pt x="177685" y="51368"/>
                  </a:lnTo>
                  <a:lnTo>
                    <a:pt x="160824" y="51679"/>
                  </a:lnTo>
                  <a:close/>
                </a:path>
                <a:path w="610869" h="295909">
                  <a:moveTo>
                    <a:pt x="604429" y="276690"/>
                  </a:moveTo>
                  <a:lnTo>
                    <a:pt x="514779" y="276690"/>
                  </a:lnTo>
                  <a:lnTo>
                    <a:pt x="555332" y="274150"/>
                  </a:lnTo>
                  <a:lnTo>
                    <a:pt x="573865" y="271145"/>
                  </a:lnTo>
                  <a:lnTo>
                    <a:pt x="584454" y="267996"/>
                  </a:lnTo>
                  <a:lnTo>
                    <a:pt x="589237" y="265513"/>
                  </a:lnTo>
                  <a:lnTo>
                    <a:pt x="590356" y="264506"/>
                  </a:lnTo>
                  <a:lnTo>
                    <a:pt x="591038" y="262983"/>
                  </a:lnTo>
                  <a:lnTo>
                    <a:pt x="591038" y="261460"/>
                  </a:lnTo>
                  <a:lnTo>
                    <a:pt x="545245" y="219344"/>
                  </a:lnTo>
                  <a:lnTo>
                    <a:pt x="503740" y="194907"/>
                  </a:lnTo>
                  <a:lnTo>
                    <a:pt x="454562" y="169480"/>
                  </a:lnTo>
                  <a:lnTo>
                    <a:pt x="401432" y="144390"/>
                  </a:lnTo>
                  <a:lnTo>
                    <a:pt x="348071" y="120965"/>
                  </a:lnTo>
                  <a:lnTo>
                    <a:pt x="298200" y="100533"/>
                  </a:lnTo>
                  <a:lnTo>
                    <a:pt x="293882" y="98823"/>
                  </a:lnTo>
                  <a:lnTo>
                    <a:pt x="294096" y="98823"/>
                  </a:lnTo>
                  <a:lnTo>
                    <a:pt x="292145" y="95977"/>
                  </a:lnTo>
                  <a:lnTo>
                    <a:pt x="292108" y="25653"/>
                  </a:lnTo>
                  <a:lnTo>
                    <a:pt x="310942" y="25653"/>
                  </a:lnTo>
                  <a:lnTo>
                    <a:pt x="310891" y="86318"/>
                  </a:lnTo>
                  <a:lnTo>
                    <a:pt x="341262" y="98823"/>
                  </a:lnTo>
                  <a:lnTo>
                    <a:pt x="386951" y="118476"/>
                  </a:lnTo>
                  <a:lnTo>
                    <a:pt x="441178" y="143289"/>
                  </a:lnTo>
                  <a:lnTo>
                    <a:pt x="497164" y="171272"/>
                  </a:lnTo>
                  <a:lnTo>
                    <a:pt x="548128" y="200437"/>
                  </a:lnTo>
                  <a:lnTo>
                    <a:pt x="587290" y="228793"/>
                  </a:lnTo>
                  <a:lnTo>
                    <a:pt x="610665" y="260952"/>
                  </a:lnTo>
                  <a:lnTo>
                    <a:pt x="610665" y="267551"/>
                  </a:lnTo>
                  <a:lnTo>
                    <a:pt x="607870" y="274150"/>
                  </a:lnTo>
                  <a:lnTo>
                    <a:pt x="604429" y="276690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12339206" y="5258146"/>
            <a:ext cx="623570" cy="692150"/>
          </a:xfrm>
          <a:custGeom>
            <a:avLst/>
            <a:gdLst/>
            <a:ahLst/>
            <a:cxnLst/>
            <a:rect l="l" t="t" r="r" b="b"/>
            <a:pathLst>
              <a:path w="623570" h="692150">
                <a:moveTo>
                  <a:pt x="263406" y="692116"/>
                </a:moveTo>
                <a:lnTo>
                  <a:pt x="215366" y="689559"/>
                </a:lnTo>
                <a:lnTo>
                  <a:pt x="170998" y="677416"/>
                </a:lnTo>
                <a:lnTo>
                  <a:pt x="130740" y="657240"/>
                </a:lnTo>
                <a:lnTo>
                  <a:pt x="95030" y="630584"/>
                </a:lnTo>
                <a:lnTo>
                  <a:pt x="64305" y="599001"/>
                </a:lnTo>
                <a:lnTo>
                  <a:pt x="39002" y="564043"/>
                </a:lnTo>
                <a:lnTo>
                  <a:pt x="19558" y="527264"/>
                </a:lnTo>
                <a:lnTo>
                  <a:pt x="6412" y="490215"/>
                </a:lnTo>
                <a:lnTo>
                  <a:pt x="0" y="454451"/>
                </a:lnTo>
                <a:lnTo>
                  <a:pt x="759" y="421523"/>
                </a:lnTo>
                <a:lnTo>
                  <a:pt x="9129" y="392984"/>
                </a:lnTo>
                <a:lnTo>
                  <a:pt x="25544" y="370388"/>
                </a:lnTo>
                <a:lnTo>
                  <a:pt x="50444" y="355286"/>
                </a:lnTo>
                <a:lnTo>
                  <a:pt x="89704" y="335059"/>
                </a:lnTo>
                <a:lnTo>
                  <a:pt x="115091" y="309788"/>
                </a:lnTo>
                <a:lnTo>
                  <a:pt x="130793" y="279757"/>
                </a:lnTo>
                <a:lnTo>
                  <a:pt x="140998" y="245252"/>
                </a:lnTo>
                <a:lnTo>
                  <a:pt x="149893" y="206559"/>
                </a:lnTo>
                <a:lnTo>
                  <a:pt x="161669" y="163963"/>
                </a:lnTo>
                <a:lnTo>
                  <a:pt x="180511" y="117751"/>
                </a:lnTo>
                <a:lnTo>
                  <a:pt x="210610" y="68207"/>
                </a:lnTo>
                <a:lnTo>
                  <a:pt x="241069" y="36571"/>
                </a:lnTo>
                <a:lnTo>
                  <a:pt x="277389" y="15336"/>
                </a:lnTo>
                <a:lnTo>
                  <a:pt x="317983" y="3484"/>
                </a:lnTo>
                <a:lnTo>
                  <a:pt x="361259" y="0"/>
                </a:lnTo>
                <a:lnTo>
                  <a:pt x="405629" y="3867"/>
                </a:lnTo>
                <a:lnTo>
                  <a:pt x="449504" y="14070"/>
                </a:lnTo>
                <a:lnTo>
                  <a:pt x="491294" y="29593"/>
                </a:lnTo>
                <a:lnTo>
                  <a:pt x="529410" y="49419"/>
                </a:lnTo>
                <a:lnTo>
                  <a:pt x="562263" y="72532"/>
                </a:lnTo>
                <a:lnTo>
                  <a:pt x="605820" y="124557"/>
                </a:lnTo>
                <a:lnTo>
                  <a:pt x="623172" y="202740"/>
                </a:lnTo>
                <a:lnTo>
                  <a:pt x="615561" y="278472"/>
                </a:lnTo>
                <a:lnTo>
                  <a:pt x="599145" y="335690"/>
                </a:lnTo>
                <a:lnTo>
                  <a:pt x="569344" y="408772"/>
                </a:lnTo>
                <a:lnTo>
                  <a:pt x="507557" y="520655"/>
                </a:lnTo>
                <a:lnTo>
                  <a:pt x="405363" y="634822"/>
                </a:lnTo>
                <a:lnTo>
                  <a:pt x="263406" y="692116"/>
                </a:lnTo>
                <a:close/>
              </a:path>
            </a:pathLst>
          </a:custGeom>
          <a:solidFill>
            <a:srgbClr val="2029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5520973" y="7303699"/>
            <a:ext cx="1825625" cy="228600"/>
          </a:xfrm>
          <a:custGeom>
            <a:avLst/>
            <a:gdLst/>
            <a:ahLst/>
            <a:cxnLst/>
            <a:rect l="l" t="t" r="r" b="b"/>
            <a:pathLst>
              <a:path w="1825625" h="228600">
                <a:moveTo>
                  <a:pt x="1817039" y="19419"/>
                </a:moveTo>
                <a:lnTo>
                  <a:pt x="1815200" y="19419"/>
                </a:lnTo>
                <a:lnTo>
                  <a:pt x="1814262" y="19266"/>
                </a:lnTo>
                <a:lnTo>
                  <a:pt x="149658" y="19266"/>
                </a:lnTo>
                <a:lnTo>
                  <a:pt x="147326" y="18883"/>
                </a:lnTo>
                <a:lnTo>
                  <a:pt x="145396" y="17792"/>
                </a:lnTo>
                <a:lnTo>
                  <a:pt x="142337" y="14191"/>
                </a:lnTo>
                <a:lnTo>
                  <a:pt x="141572" y="12109"/>
                </a:lnTo>
                <a:lnTo>
                  <a:pt x="141572" y="7384"/>
                </a:lnTo>
                <a:lnTo>
                  <a:pt x="142337" y="5303"/>
                </a:lnTo>
                <a:lnTo>
                  <a:pt x="145396" y="1702"/>
                </a:lnTo>
                <a:lnTo>
                  <a:pt x="147326" y="611"/>
                </a:lnTo>
                <a:lnTo>
                  <a:pt x="149658" y="228"/>
                </a:lnTo>
                <a:lnTo>
                  <a:pt x="1814262" y="228"/>
                </a:lnTo>
                <a:lnTo>
                  <a:pt x="1815659" y="0"/>
                </a:lnTo>
                <a:lnTo>
                  <a:pt x="1816770" y="0"/>
                </a:lnTo>
                <a:lnTo>
                  <a:pt x="1819767" y="832"/>
                </a:lnTo>
                <a:lnTo>
                  <a:pt x="1825467" y="8331"/>
                </a:lnTo>
                <a:lnTo>
                  <a:pt x="1825467" y="11162"/>
                </a:lnTo>
                <a:lnTo>
                  <a:pt x="1825259" y="12109"/>
                </a:lnTo>
                <a:lnTo>
                  <a:pt x="1825170" y="12512"/>
                </a:lnTo>
                <a:lnTo>
                  <a:pt x="1823982" y="15081"/>
                </a:lnTo>
                <a:lnTo>
                  <a:pt x="1823145" y="16182"/>
                </a:lnTo>
                <a:lnTo>
                  <a:pt x="1820988" y="18014"/>
                </a:lnTo>
                <a:lnTo>
                  <a:pt x="1819766" y="18662"/>
                </a:lnTo>
                <a:lnTo>
                  <a:pt x="1817039" y="19419"/>
                </a:lnTo>
                <a:close/>
              </a:path>
              <a:path w="1825625" h="228600">
                <a:moveTo>
                  <a:pt x="1756748" y="118330"/>
                </a:moveTo>
                <a:lnTo>
                  <a:pt x="86872" y="118330"/>
                </a:lnTo>
                <a:lnTo>
                  <a:pt x="84638" y="117441"/>
                </a:lnTo>
                <a:lnTo>
                  <a:pt x="80926" y="113730"/>
                </a:lnTo>
                <a:lnTo>
                  <a:pt x="80036" y="111490"/>
                </a:lnTo>
                <a:lnTo>
                  <a:pt x="80046" y="106203"/>
                </a:lnTo>
                <a:lnTo>
                  <a:pt x="80950" y="103930"/>
                </a:lnTo>
                <a:lnTo>
                  <a:pt x="84623" y="100163"/>
                </a:lnTo>
                <a:lnTo>
                  <a:pt x="86857" y="99220"/>
                </a:lnTo>
                <a:lnTo>
                  <a:pt x="1756512" y="99220"/>
                </a:lnTo>
                <a:lnTo>
                  <a:pt x="1758788" y="100163"/>
                </a:lnTo>
                <a:lnTo>
                  <a:pt x="1762555" y="103930"/>
                </a:lnTo>
                <a:lnTo>
                  <a:pt x="1763496" y="106203"/>
                </a:lnTo>
                <a:lnTo>
                  <a:pt x="1763497" y="108867"/>
                </a:lnTo>
                <a:lnTo>
                  <a:pt x="1763750" y="108867"/>
                </a:lnTo>
                <a:lnTo>
                  <a:pt x="1763751" y="111490"/>
                </a:lnTo>
                <a:lnTo>
                  <a:pt x="1762816" y="113730"/>
                </a:lnTo>
                <a:lnTo>
                  <a:pt x="1759019" y="117441"/>
                </a:lnTo>
                <a:lnTo>
                  <a:pt x="1756748" y="118330"/>
                </a:lnTo>
                <a:close/>
              </a:path>
              <a:path w="1825625" h="228600">
                <a:moveTo>
                  <a:pt x="1675243" y="228166"/>
                </a:moveTo>
                <a:lnTo>
                  <a:pt x="8022" y="228166"/>
                </a:lnTo>
                <a:lnTo>
                  <a:pt x="5690" y="227784"/>
                </a:lnTo>
                <a:lnTo>
                  <a:pt x="3760" y="226692"/>
                </a:lnTo>
                <a:lnTo>
                  <a:pt x="700" y="223091"/>
                </a:lnTo>
                <a:lnTo>
                  <a:pt x="75" y="221388"/>
                </a:lnTo>
                <a:lnTo>
                  <a:pt x="0" y="216111"/>
                </a:lnTo>
                <a:lnTo>
                  <a:pt x="700" y="214203"/>
                </a:lnTo>
                <a:lnTo>
                  <a:pt x="3760" y="210602"/>
                </a:lnTo>
                <a:lnTo>
                  <a:pt x="5690" y="209510"/>
                </a:lnTo>
                <a:lnTo>
                  <a:pt x="8022" y="209129"/>
                </a:lnTo>
                <a:lnTo>
                  <a:pt x="1675035" y="209129"/>
                </a:lnTo>
                <a:lnTo>
                  <a:pt x="1677309" y="210070"/>
                </a:lnTo>
                <a:lnTo>
                  <a:pt x="1681076" y="213837"/>
                </a:lnTo>
                <a:lnTo>
                  <a:pt x="1682017" y="216111"/>
                </a:lnTo>
                <a:lnTo>
                  <a:pt x="1682017" y="218774"/>
                </a:lnTo>
                <a:lnTo>
                  <a:pt x="1682272" y="218774"/>
                </a:lnTo>
                <a:lnTo>
                  <a:pt x="1682202" y="221388"/>
                </a:lnTo>
                <a:lnTo>
                  <a:pt x="1681231" y="223607"/>
                </a:lnTo>
                <a:lnTo>
                  <a:pt x="1677484" y="227255"/>
                </a:lnTo>
                <a:lnTo>
                  <a:pt x="1675243" y="228166"/>
                </a:lnTo>
                <a:close/>
              </a:path>
            </a:pathLst>
          </a:custGeom>
          <a:solidFill>
            <a:srgbClr val="2029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11685354" y="3332027"/>
            <a:ext cx="6602730" cy="6931025"/>
            <a:chOff x="11685354" y="3332027"/>
            <a:chExt cx="6602730" cy="6931025"/>
          </a:xfrm>
        </p:grpSpPr>
        <p:sp>
          <p:nvSpPr>
            <p:cNvPr id="21" name="object 21" descr=""/>
            <p:cNvSpPr/>
            <p:nvPr/>
          </p:nvSpPr>
          <p:spPr>
            <a:xfrm>
              <a:off x="11818284" y="7393275"/>
              <a:ext cx="1605280" cy="2603500"/>
            </a:xfrm>
            <a:custGeom>
              <a:avLst/>
              <a:gdLst/>
              <a:ahLst/>
              <a:cxnLst/>
              <a:rect l="l" t="t" r="r" b="b"/>
              <a:pathLst>
                <a:path w="1605280" h="2603500">
                  <a:moveTo>
                    <a:pt x="460443" y="2603259"/>
                  </a:moveTo>
                  <a:lnTo>
                    <a:pt x="81732" y="2603259"/>
                  </a:lnTo>
                  <a:lnTo>
                    <a:pt x="110922" y="1082576"/>
                  </a:lnTo>
                  <a:lnTo>
                    <a:pt x="0" y="39851"/>
                  </a:lnTo>
                  <a:lnTo>
                    <a:pt x="220322" y="25382"/>
                  </a:lnTo>
                  <a:lnTo>
                    <a:pt x="234537" y="25382"/>
                  </a:lnTo>
                  <a:lnTo>
                    <a:pt x="576950" y="0"/>
                  </a:lnTo>
                  <a:lnTo>
                    <a:pt x="576950" y="24113"/>
                  </a:lnTo>
                  <a:lnTo>
                    <a:pt x="836109" y="24113"/>
                  </a:lnTo>
                  <a:lnTo>
                    <a:pt x="1168370" y="876975"/>
                  </a:lnTo>
                  <a:lnTo>
                    <a:pt x="1605208" y="2601482"/>
                  </a:lnTo>
                  <a:lnTo>
                    <a:pt x="1220658" y="2600467"/>
                  </a:lnTo>
                  <a:lnTo>
                    <a:pt x="631270" y="1081561"/>
                  </a:lnTo>
                  <a:lnTo>
                    <a:pt x="460443" y="2603259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85354" y="4574515"/>
              <a:ext cx="6602645" cy="558545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5498077" y="4803914"/>
              <a:ext cx="2790190" cy="1251585"/>
            </a:xfrm>
            <a:custGeom>
              <a:avLst/>
              <a:gdLst/>
              <a:ahLst/>
              <a:cxnLst/>
              <a:rect l="l" t="t" r="r" b="b"/>
              <a:pathLst>
                <a:path w="2790190" h="1251585">
                  <a:moveTo>
                    <a:pt x="1946554" y="852830"/>
                  </a:moveTo>
                  <a:lnTo>
                    <a:pt x="1945601" y="850582"/>
                  </a:lnTo>
                  <a:lnTo>
                    <a:pt x="1941817" y="846886"/>
                  </a:lnTo>
                  <a:lnTo>
                    <a:pt x="1939544" y="846010"/>
                  </a:lnTo>
                  <a:lnTo>
                    <a:pt x="1360614" y="846010"/>
                  </a:lnTo>
                  <a:lnTo>
                    <a:pt x="1358341" y="846886"/>
                  </a:lnTo>
                  <a:lnTo>
                    <a:pt x="1354556" y="850582"/>
                  </a:lnTo>
                  <a:lnTo>
                    <a:pt x="1353604" y="852830"/>
                  </a:lnTo>
                  <a:lnTo>
                    <a:pt x="1353604" y="858126"/>
                  </a:lnTo>
                  <a:lnTo>
                    <a:pt x="1354556" y="860399"/>
                  </a:lnTo>
                  <a:lnTo>
                    <a:pt x="1358315" y="864171"/>
                  </a:lnTo>
                  <a:lnTo>
                    <a:pt x="1360589" y="865111"/>
                  </a:lnTo>
                  <a:lnTo>
                    <a:pt x="1939569" y="865111"/>
                  </a:lnTo>
                  <a:lnTo>
                    <a:pt x="1941842" y="864171"/>
                  </a:lnTo>
                  <a:lnTo>
                    <a:pt x="1945614" y="860399"/>
                  </a:lnTo>
                  <a:lnTo>
                    <a:pt x="1946554" y="858126"/>
                  </a:lnTo>
                  <a:lnTo>
                    <a:pt x="1946554" y="852830"/>
                  </a:lnTo>
                  <a:close/>
                </a:path>
                <a:path w="2790190" h="1251585">
                  <a:moveTo>
                    <a:pt x="2254707" y="934186"/>
                  </a:moveTo>
                  <a:lnTo>
                    <a:pt x="2253704" y="931849"/>
                  </a:lnTo>
                  <a:lnTo>
                    <a:pt x="2249690" y="928039"/>
                  </a:lnTo>
                  <a:lnTo>
                    <a:pt x="2247303" y="927150"/>
                  </a:lnTo>
                  <a:lnTo>
                    <a:pt x="2244547" y="927303"/>
                  </a:lnTo>
                  <a:lnTo>
                    <a:pt x="1346377" y="927303"/>
                  </a:lnTo>
                  <a:lnTo>
                    <a:pt x="1344104" y="928243"/>
                  </a:lnTo>
                  <a:lnTo>
                    <a:pt x="1340332" y="932014"/>
                  </a:lnTo>
                  <a:lnTo>
                    <a:pt x="1339443" y="934186"/>
                  </a:lnTo>
                  <a:lnTo>
                    <a:pt x="1339392" y="939596"/>
                  </a:lnTo>
                  <a:lnTo>
                    <a:pt x="1340345" y="941832"/>
                  </a:lnTo>
                  <a:lnTo>
                    <a:pt x="1344129" y="945527"/>
                  </a:lnTo>
                  <a:lnTo>
                    <a:pt x="1346403" y="946404"/>
                  </a:lnTo>
                  <a:lnTo>
                    <a:pt x="2247696" y="946404"/>
                  </a:lnTo>
                  <a:lnTo>
                    <a:pt x="2249970" y="945527"/>
                  </a:lnTo>
                  <a:lnTo>
                    <a:pt x="2253754" y="941832"/>
                  </a:lnTo>
                  <a:lnTo>
                    <a:pt x="2254707" y="939596"/>
                  </a:lnTo>
                  <a:lnTo>
                    <a:pt x="2254707" y="934186"/>
                  </a:lnTo>
                  <a:close/>
                </a:path>
                <a:path w="2790190" h="1251585">
                  <a:moveTo>
                    <a:pt x="2268220" y="858088"/>
                  </a:moveTo>
                  <a:lnTo>
                    <a:pt x="2260358" y="845972"/>
                  </a:lnTo>
                  <a:lnTo>
                    <a:pt x="2071649" y="845972"/>
                  </a:lnTo>
                  <a:lnTo>
                    <a:pt x="2069172" y="846988"/>
                  </a:lnTo>
                  <a:lnTo>
                    <a:pt x="2065502" y="850658"/>
                  </a:lnTo>
                  <a:lnTo>
                    <a:pt x="2064588" y="852881"/>
                  </a:lnTo>
                  <a:lnTo>
                    <a:pt x="2064588" y="858088"/>
                  </a:lnTo>
                  <a:lnTo>
                    <a:pt x="2065489" y="860323"/>
                  </a:lnTo>
                  <a:lnTo>
                    <a:pt x="2069147" y="864069"/>
                  </a:lnTo>
                  <a:lnTo>
                    <a:pt x="2071357" y="865047"/>
                  </a:lnTo>
                  <a:lnTo>
                    <a:pt x="2261578" y="865047"/>
                  </a:lnTo>
                  <a:lnTo>
                    <a:pt x="2263876" y="864069"/>
                  </a:lnTo>
                  <a:lnTo>
                    <a:pt x="2263737" y="864069"/>
                  </a:lnTo>
                  <a:lnTo>
                    <a:pt x="2267356" y="860323"/>
                  </a:lnTo>
                  <a:lnTo>
                    <a:pt x="2268220" y="858088"/>
                  </a:lnTo>
                  <a:close/>
                </a:path>
                <a:path w="2790190" h="1251585">
                  <a:moveTo>
                    <a:pt x="2789923" y="0"/>
                  </a:moveTo>
                  <a:lnTo>
                    <a:pt x="226758" y="0"/>
                  </a:lnTo>
                  <a:lnTo>
                    <a:pt x="224497" y="889"/>
                  </a:lnTo>
                  <a:lnTo>
                    <a:pt x="220713" y="4572"/>
                  </a:lnTo>
                  <a:lnTo>
                    <a:pt x="219760" y="6819"/>
                  </a:lnTo>
                  <a:lnTo>
                    <a:pt x="219760" y="12128"/>
                  </a:lnTo>
                  <a:lnTo>
                    <a:pt x="220700" y="14401"/>
                  </a:lnTo>
                  <a:lnTo>
                    <a:pt x="224472" y="18161"/>
                  </a:lnTo>
                  <a:lnTo>
                    <a:pt x="226745" y="19100"/>
                  </a:lnTo>
                  <a:lnTo>
                    <a:pt x="1191666" y="19100"/>
                  </a:lnTo>
                  <a:lnTo>
                    <a:pt x="958418" y="1223175"/>
                  </a:lnTo>
                  <a:lnTo>
                    <a:pt x="10858" y="1218438"/>
                  </a:lnTo>
                  <a:lnTo>
                    <a:pt x="8382" y="1219517"/>
                  </a:lnTo>
                  <a:lnTo>
                    <a:pt x="4699" y="1223098"/>
                  </a:lnTo>
                  <a:lnTo>
                    <a:pt x="4622" y="1223264"/>
                  </a:lnTo>
                  <a:lnTo>
                    <a:pt x="3695" y="1225270"/>
                  </a:lnTo>
                  <a:lnTo>
                    <a:pt x="3505" y="1227836"/>
                  </a:lnTo>
                  <a:lnTo>
                    <a:pt x="3568" y="1230464"/>
                  </a:lnTo>
                  <a:lnTo>
                    <a:pt x="4533" y="1232725"/>
                  </a:lnTo>
                  <a:lnTo>
                    <a:pt x="8255" y="1236446"/>
                  </a:lnTo>
                  <a:lnTo>
                    <a:pt x="10515" y="1237411"/>
                  </a:lnTo>
                  <a:lnTo>
                    <a:pt x="0" y="1237411"/>
                  </a:lnTo>
                  <a:lnTo>
                    <a:pt x="2789923" y="1251559"/>
                  </a:lnTo>
                  <a:lnTo>
                    <a:pt x="2789923" y="1232509"/>
                  </a:lnTo>
                  <a:lnTo>
                    <a:pt x="977442" y="1223264"/>
                  </a:lnTo>
                  <a:lnTo>
                    <a:pt x="977468" y="1223098"/>
                  </a:lnTo>
                  <a:lnTo>
                    <a:pt x="1210957" y="19100"/>
                  </a:lnTo>
                  <a:lnTo>
                    <a:pt x="2789923" y="19100"/>
                  </a:lnTo>
                  <a:lnTo>
                    <a:pt x="2789923" y="0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7864311" y="6541657"/>
              <a:ext cx="424180" cy="909319"/>
            </a:xfrm>
            <a:custGeom>
              <a:avLst/>
              <a:gdLst/>
              <a:ahLst/>
              <a:cxnLst/>
              <a:rect l="l" t="t" r="r" b="b"/>
              <a:pathLst>
                <a:path w="424180" h="909320">
                  <a:moveTo>
                    <a:pt x="423688" y="909036"/>
                  </a:moveTo>
                  <a:lnTo>
                    <a:pt x="63631" y="907693"/>
                  </a:lnTo>
                  <a:lnTo>
                    <a:pt x="20993" y="888380"/>
                  </a:lnTo>
                  <a:lnTo>
                    <a:pt x="385" y="846355"/>
                  </a:lnTo>
                  <a:lnTo>
                    <a:pt x="0" y="841091"/>
                  </a:lnTo>
                  <a:lnTo>
                    <a:pt x="445" y="830474"/>
                  </a:lnTo>
                  <a:lnTo>
                    <a:pt x="217166" y="43801"/>
                  </a:lnTo>
                  <a:lnTo>
                    <a:pt x="245775" y="10111"/>
                  </a:lnTo>
                  <a:lnTo>
                    <a:pt x="423688" y="0"/>
                  </a:lnTo>
                  <a:lnTo>
                    <a:pt x="423688" y="909036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854283" y="6532244"/>
              <a:ext cx="434340" cy="928369"/>
            </a:xfrm>
            <a:custGeom>
              <a:avLst/>
              <a:gdLst/>
              <a:ahLst/>
              <a:cxnLst/>
              <a:rect l="l" t="t" r="r" b="b"/>
              <a:pathLst>
                <a:path w="434340" h="928370">
                  <a:moveTo>
                    <a:pt x="433717" y="0"/>
                  </a:moveTo>
                  <a:lnTo>
                    <a:pt x="291668" y="558"/>
                  </a:lnTo>
                  <a:lnTo>
                    <a:pt x="254609" y="9512"/>
                  </a:lnTo>
                  <a:lnTo>
                    <a:pt x="226187" y="34937"/>
                  </a:lnTo>
                  <a:lnTo>
                    <a:pt x="3073" y="827278"/>
                  </a:lnTo>
                  <a:lnTo>
                    <a:pt x="1435" y="833132"/>
                  </a:lnTo>
                  <a:lnTo>
                    <a:pt x="495" y="839089"/>
                  </a:lnTo>
                  <a:lnTo>
                    <a:pt x="0" y="851230"/>
                  </a:lnTo>
                  <a:lnTo>
                    <a:pt x="76" y="852195"/>
                  </a:lnTo>
                  <a:lnTo>
                    <a:pt x="457" y="857237"/>
                  </a:lnTo>
                  <a:lnTo>
                    <a:pt x="20027" y="900836"/>
                  </a:lnTo>
                  <a:lnTo>
                    <a:pt x="55295" y="923480"/>
                  </a:lnTo>
                  <a:lnTo>
                    <a:pt x="72720" y="926782"/>
                  </a:lnTo>
                  <a:lnTo>
                    <a:pt x="79222" y="926782"/>
                  </a:lnTo>
                  <a:lnTo>
                    <a:pt x="433717" y="928103"/>
                  </a:lnTo>
                  <a:lnTo>
                    <a:pt x="433717" y="908050"/>
                  </a:lnTo>
                  <a:lnTo>
                    <a:pt x="79476" y="906729"/>
                  </a:lnTo>
                  <a:lnTo>
                    <a:pt x="72605" y="906335"/>
                  </a:lnTo>
                  <a:lnTo>
                    <a:pt x="36703" y="888377"/>
                  </a:lnTo>
                  <a:lnTo>
                    <a:pt x="20624" y="852195"/>
                  </a:lnTo>
                  <a:lnTo>
                    <a:pt x="20459" y="845566"/>
                  </a:lnTo>
                  <a:lnTo>
                    <a:pt x="20980" y="839457"/>
                  </a:lnTo>
                  <a:lnTo>
                    <a:pt x="433705" y="839457"/>
                  </a:lnTo>
                  <a:lnTo>
                    <a:pt x="433705" y="820420"/>
                  </a:lnTo>
                  <a:lnTo>
                    <a:pt x="25654" y="820420"/>
                  </a:lnTo>
                  <a:lnTo>
                    <a:pt x="236283" y="56997"/>
                  </a:lnTo>
                  <a:lnTo>
                    <a:pt x="260921" y="27863"/>
                  </a:lnTo>
                  <a:lnTo>
                    <a:pt x="433717" y="19037"/>
                  </a:lnTo>
                  <a:lnTo>
                    <a:pt x="433717" y="0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7980676" y="6580710"/>
              <a:ext cx="307340" cy="726440"/>
            </a:xfrm>
            <a:custGeom>
              <a:avLst/>
              <a:gdLst/>
              <a:ahLst/>
              <a:cxnLst/>
              <a:rect l="l" t="t" r="r" b="b"/>
              <a:pathLst>
                <a:path w="307340" h="726440">
                  <a:moveTo>
                    <a:pt x="307323" y="726206"/>
                  </a:moveTo>
                  <a:lnTo>
                    <a:pt x="50384" y="725226"/>
                  </a:lnTo>
                  <a:lnTo>
                    <a:pt x="8414" y="700019"/>
                  </a:lnTo>
                  <a:lnTo>
                    <a:pt x="0" y="676331"/>
                  </a:lnTo>
                  <a:lnTo>
                    <a:pt x="37" y="663678"/>
                  </a:lnTo>
                  <a:lnTo>
                    <a:pt x="172968" y="34863"/>
                  </a:lnTo>
                  <a:lnTo>
                    <a:pt x="201113" y="5077"/>
                  </a:lnTo>
                  <a:lnTo>
                    <a:pt x="307323" y="0"/>
                  </a:lnTo>
                  <a:lnTo>
                    <a:pt x="307323" y="726206"/>
                  </a:lnTo>
                  <a:close/>
                </a:path>
              </a:pathLst>
            </a:custGeom>
            <a:solidFill>
              <a:srgbClr val="4F8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643852" y="7440546"/>
              <a:ext cx="644525" cy="273685"/>
            </a:xfrm>
            <a:custGeom>
              <a:avLst/>
              <a:gdLst/>
              <a:ahLst/>
              <a:cxnLst/>
              <a:rect l="l" t="t" r="r" b="b"/>
              <a:pathLst>
                <a:path w="644525" h="273684">
                  <a:moveTo>
                    <a:pt x="644147" y="273059"/>
                  </a:moveTo>
                  <a:lnTo>
                    <a:pt x="5863" y="273022"/>
                  </a:lnTo>
                  <a:lnTo>
                    <a:pt x="2901" y="270991"/>
                  </a:lnTo>
                  <a:lnTo>
                    <a:pt x="0" y="262973"/>
                  </a:lnTo>
                  <a:lnTo>
                    <a:pt x="846" y="259503"/>
                  </a:lnTo>
                  <a:lnTo>
                    <a:pt x="284929" y="910"/>
                  </a:lnTo>
                  <a:lnTo>
                    <a:pt x="287171" y="0"/>
                  </a:lnTo>
                  <a:lnTo>
                    <a:pt x="292396" y="0"/>
                  </a:lnTo>
                  <a:lnTo>
                    <a:pt x="35575" y="254276"/>
                  </a:lnTo>
                  <a:lnTo>
                    <a:pt x="644147" y="254276"/>
                  </a:lnTo>
                  <a:lnTo>
                    <a:pt x="644147" y="273059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9377" y="3332027"/>
              <a:ext cx="5148622" cy="260512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8030927" y="6506654"/>
              <a:ext cx="257175" cy="1287780"/>
            </a:xfrm>
            <a:custGeom>
              <a:avLst/>
              <a:gdLst/>
              <a:ahLst/>
              <a:cxnLst/>
              <a:rect l="l" t="t" r="r" b="b"/>
              <a:pathLst>
                <a:path w="257175" h="1287779">
                  <a:moveTo>
                    <a:pt x="257060" y="1267371"/>
                  </a:moveTo>
                  <a:lnTo>
                    <a:pt x="28727" y="1267371"/>
                  </a:lnTo>
                  <a:lnTo>
                    <a:pt x="75946" y="1200759"/>
                  </a:lnTo>
                  <a:lnTo>
                    <a:pt x="76492" y="1198410"/>
                  </a:lnTo>
                  <a:lnTo>
                    <a:pt x="75590" y="1193228"/>
                  </a:lnTo>
                  <a:lnTo>
                    <a:pt x="74295" y="1191196"/>
                  </a:lnTo>
                  <a:lnTo>
                    <a:pt x="69964" y="1188161"/>
                  </a:lnTo>
                  <a:lnTo>
                    <a:pt x="67564" y="1187602"/>
                  </a:lnTo>
                  <a:lnTo>
                    <a:pt x="62306" y="1188504"/>
                  </a:lnTo>
                  <a:lnTo>
                    <a:pt x="60223" y="1189812"/>
                  </a:lnTo>
                  <a:lnTo>
                    <a:pt x="0" y="1275664"/>
                  </a:lnTo>
                  <a:lnTo>
                    <a:pt x="0" y="1278877"/>
                  </a:lnTo>
                  <a:lnTo>
                    <a:pt x="2082" y="1282090"/>
                  </a:lnTo>
                  <a:lnTo>
                    <a:pt x="3721" y="1285671"/>
                  </a:lnTo>
                  <a:lnTo>
                    <a:pt x="6515" y="1287449"/>
                  </a:lnTo>
                  <a:lnTo>
                    <a:pt x="257060" y="1287424"/>
                  </a:lnTo>
                  <a:lnTo>
                    <a:pt x="257060" y="1267371"/>
                  </a:lnTo>
                  <a:close/>
                </a:path>
                <a:path w="257175" h="1287779">
                  <a:moveTo>
                    <a:pt x="257060" y="0"/>
                  </a:moveTo>
                  <a:lnTo>
                    <a:pt x="237032" y="34518"/>
                  </a:lnTo>
                  <a:lnTo>
                    <a:pt x="236677" y="36944"/>
                  </a:lnTo>
                  <a:lnTo>
                    <a:pt x="237959" y="42100"/>
                  </a:lnTo>
                  <a:lnTo>
                    <a:pt x="239420" y="44069"/>
                  </a:lnTo>
                  <a:lnTo>
                    <a:pt x="241693" y="45440"/>
                  </a:lnTo>
                  <a:lnTo>
                    <a:pt x="243293" y="45783"/>
                  </a:lnTo>
                  <a:lnTo>
                    <a:pt x="244906" y="45783"/>
                  </a:lnTo>
                  <a:lnTo>
                    <a:pt x="246507" y="45440"/>
                  </a:lnTo>
                  <a:lnTo>
                    <a:pt x="249440" y="45364"/>
                  </a:lnTo>
                  <a:lnTo>
                    <a:pt x="251802" y="44183"/>
                  </a:lnTo>
                  <a:lnTo>
                    <a:pt x="253619" y="41884"/>
                  </a:lnTo>
                  <a:lnTo>
                    <a:pt x="257060" y="35953"/>
                  </a:lnTo>
                  <a:lnTo>
                    <a:pt x="257060" y="0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711932" y="6662508"/>
              <a:ext cx="2576195" cy="3592195"/>
            </a:xfrm>
            <a:custGeom>
              <a:avLst/>
              <a:gdLst/>
              <a:ahLst/>
              <a:cxnLst/>
              <a:rect l="l" t="t" r="r" b="b"/>
              <a:pathLst>
                <a:path w="2576194" h="3592195">
                  <a:moveTo>
                    <a:pt x="589203" y="3573640"/>
                  </a:moveTo>
                  <a:lnTo>
                    <a:pt x="553212" y="3524466"/>
                  </a:lnTo>
                  <a:lnTo>
                    <a:pt x="449783" y="3465766"/>
                  </a:lnTo>
                  <a:lnTo>
                    <a:pt x="341693" y="3416592"/>
                  </a:lnTo>
                  <a:lnTo>
                    <a:pt x="291719" y="3395967"/>
                  </a:lnTo>
                  <a:lnTo>
                    <a:pt x="291719" y="3314230"/>
                  </a:lnTo>
                  <a:lnTo>
                    <a:pt x="270891" y="3324187"/>
                  </a:lnTo>
                  <a:lnTo>
                    <a:pt x="212864" y="3340722"/>
                  </a:lnTo>
                  <a:lnTo>
                    <a:pt x="124345" y="3343897"/>
                  </a:lnTo>
                  <a:lnTo>
                    <a:pt x="12001" y="3313722"/>
                  </a:lnTo>
                  <a:lnTo>
                    <a:pt x="4000" y="3405924"/>
                  </a:lnTo>
                  <a:lnTo>
                    <a:pt x="0" y="3476282"/>
                  </a:lnTo>
                  <a:lnTo>
                    <a:pt x="1333" y="3522878"/>
                  </a:lnTo>
                  <a:lnTo>
                    <a:pt x="12230" y="3531057"/>
                  </a:lnTo>
                  <a:lnTo>
                    <a:pt x="80657" y="3549497"/>
                  </a:lnTo>
                  <a:lnTo>
                    <a:pt x="132308" y="3558921"/>
                  </a:lnTo>
                  <a:lnTo>
                    <a:pt x="191643" y="3567912"/>
                  </a:lnTo>
                  <a:lnTo>
                    <a:pt x="255714" y="3576053"/>
                  </a:lnTo>
                  <a:lnTo>
                    <a:pt x="321576" y="3582924"/>
                  </a:lnTo>
                  <a:lnTo>
                    <a:pt x="386283" y="3588093"/>
                  </a:lnTo>
                  <a:lnTo>
                    <a:pt x="446874" y="3591128"/>
                  </a:lnTo>
                  <a:lnTo>
                    <a:pt x="500418" y="3591636"/>
                  </a:lnTo>
                  <a:lnTo>
                    <a:pt x="543953" y="3589172"/>
                  </a:lnTo>
                  <a:lnTo>
                    <a:pt x="574522" y="3583317"/>
                  </a:lnTo>
                  <a:lnTo>
                    <a:pt x="589203" y="3573640"/>
                  </a:lnTo>
                  <a:close/>
                </a:path>
                <a:path w="2576194" h="3592195">
                  <a:moveTo>
                    <a:pt x="2547988" y="453745"/>
                  </a:moveTo>
                  <a:lnTo>
                    <a:pt x="2533421" y="415048"/>
                  </a:lnTo>
                  <a:lnTo>
                    <a:pt x="2528951" y="409943"/>
                  </a:lnTo>
                  <a:lnTo>
                    <a:pt x="2528951" y="464096"/>
                  </a:lnTo>
                  <a:lnTo>
                    <a:pt x="2527681" y="470535"/>
                  </a:lnTo>
                  <a:lnTo>
                    <a:pt x="2504071" y="501573"/>
                  </a:lnTo>
                  <a:lnTo>
                    <a:pt x="2485301" y="508088"/>
                  </a:lnTo>
                  <a:lnTo>
                    <a:pt x="2471331" y="508088"/>
                  </a:lnTo>
                  <a:lnTo>
                    <a:pt x="2437942" y="489051"/>
                  </a:lnTo>
                  <a:lnTo>
                    <a:pt x="2427325" y="451535"/>
                  </a:lnTo>
                  <a:lnTo>
                    <a:pt x="2428494" y="445071"/>
                  </a:lnTo>
                  <a:lnTo>
                    <a:pt x="2451570" y="413639"/>
                  </a:lnTo>
                  <a:lnTo>
                    <a:pt x="2480310" y="406552"/>
                  </a:lnTo>
                  <a:lnTo>
                    <a:pt x="2483675" y="406806"/>
                  </a:lnTo>
                  <a:lnTo>
                    <a:pt x="2518232" y="425996"/>
                  </a:lnTo>
                  <a:lnTo>
                    <a:pt x="2528951" y="464096"/>
                  </a:lnTo>
                  <a:lnTo>
                    <a:pt x="2528951" y="409943"/>
                  </a:lnTo>
                  <a:lnTo>
                    <a:pt x="2525560" y="406552"/>
                  </a:lnTo>
                  <a:lnTo>
                    <a:pt x="2523883" y="404863"/>
                  </a:lnTo>
                  <a:lnTo>
                    <a:pt x="2520289" y="401916"/>
                  </a:lnTo>
                  <a:lnTo>
                    <a:pt x="2481592" y="387350"/>
                  </a:lnTo>
                  <a:lnTo>
                    <a:pt x="2472258" y="387350"/>
                  </a:lnTo>
                  <a:lnTo>
                    <a:pt x="2433561" y="401916"/>
                  </a:lnTo>
                  <a:lnTo>
                    <a:pt x="2409469" y="435533"/>
                  </a:lnTo>
                  <a:lnTo>
                    <a:pt x="2405850" y="453745"/>
                  </a:lnTo>
                  <a:lnTo>
                    <a:pt x="2405951" y="464096"/>
                  </a:lnTo>
                  <a:lnTo>
                    <a:pt x="2420416" y="501777"/>
                  </a:lnTo>
                  <a:lnTo>
                    <a:pt x="2454033" y="525868"/>
                  </a:lnTo>
                  <a:lnTo>
                    <a:pt x="2472245" y="529488"/>
                  </a:lnTo>
                  <a:lnTo>
                    <a:pt x="2481592" y="529488"/>
                  </a:lnTo>
                  <a:lnTo>
                    <a:pt x="2520289" y="514921"/>
                  </a:lnTo>
                  <a:lnTo>
                    <a:pt x="2527757" y="508088"/>
                  </a:lnTo>
                  <a:lnTo>
                    <a:pt x="2530475" y="505371"/>
                  </a:lnTo>
                  <a:lnTo>
                    <a:pt x="2547531" y="467702"/>
                  </a:lnTo>
                  <a:lnTo>
                    <a:pt x="2547886" y="464096"/>
                  </a:lnTo>
                  <a:lnTo>
                    <a:pt x="2547988" y="453745"/>
                  </a:lnTo>
                  <a:close/>
                </a:path>
                <a:path w="2576194" h="3592195">
                  <a:moveTo>
                    <a:pt x="2576068" y="0"/>
                  </a:moveTo>
                  <a:lnTo>
                    <a:pt x="2571165" y="0"/>
                  </a:lnTo>
                  <a:lnTo>
                    <a:pt x="2566378" y="495"/>
                  </a:lnTo>
                  <a:lnTo>
                    <a:pt x="2528773" y="17691"/>
                  </a:lnTo>
                  <a:lnTo>
                    <a:pt x="2507056" y="52882"/>
                  </a:lnTo>
                  <a:lnTo>
                    <a:pt x="2504833" y="66662"/>
                  </a:lnTo>
                  <a:lnTo>
                    <a:pt x="2504897" y="76339"/>
                  </a:lnTo>
                  <a:lnTo>
                    <a:pt x="2519565" y="114642"/>
                  </a:lnTo>
                  <a:lnTo>
                    <a:pt x="2553271" y="138607"/>
                  </a:lnTo>
                  <a:lnTo>
                    <a:pt x="2571331" y="142151"/>
                  </a:lnTo>
                  <a:lnTo>
                    <a:pt x="2576068" y="142151"/>
                  </a:lnTo>
                  <a:lnTo>
                    <a:pt x="2576068" y="120700"/>
                  </a:lnTo>
                  <a:lnTo>
                    <a:pt x="2568651" y="120700"/>
                  </a:lnTo>
                  <a:lnTo>
                    <a:pt x="2562225" y="119329"/>
                  </a:lnTo>
                  <a:lnTo>
                    <a:pt x="2531580" y="95211"/>
                  </a:lnTo>
                  <a:lnTo>
                    <a:pt x="2525369" y="76339"/>
                  </a:lnTo>
                  <a:lnTo>
                    <a:pt x="2525471" y="62953"/>
                  </a:lnTo>
                  <a:lnTo>
                    <a:pt x="2545181" y="29311"/>
                  </a:lnTo>
                  <a:lnTo>
                    <a:pt x="2569489" y="19291"/>
                  </a:lnTo>
                  <a:lnTo>
                    <a:pt x="2576068" y="19291"/>
                  </a:lnTo>
                  <a:lnTo>
                    <a:pt x="2576068" y="0"/>
                  </a:lnTo>
                  <a:close/>
                </a:path>
              </a:pathLst>
            </a:custGeom>
            <a:solidFill>
              <a:srgbClr val="F9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702255" y="7111783"/>
              <a:ext cx="1864360" cy="3151505"/>
            </a:xfrm>
            <a:custGeom>
              <a:avLst/>
              <a:gdLst/>
              <a:ahLst/>
              <a:cxnLst/>
              <a:rect l="l" t="t" r="r" b="b"/>
              <a:pathLst>
                <a:path w="1864359" h="3151504">
                  <a:moveTo>
                    <a:pt x="610984" y="3115576"/>
                  </a:moveTo>
                  <a:lnTo>
                    <a:pt x="607758" y="3108883"/>
                  </a:lnTo>
                  <a:lnTo>
                    <a:pt x="590245" y="3087052"/>
                  </a:lnTo>
                  <a:lnTo>
                    <a:pt x="590245" y="3114725"/>
                  </a:lnTo>
                  <a:lnTo>
                    <a:pt x="590245" y="3119297"/>
                  </a:lnTo>
                  <a:lnTo>
                    <a:pt x="516521" y="3131388"/>
                  </a:lnTo>
                  <a:lnTo>
                    <a:pt x="463346" y="3131286"/>
                  </a:lnTo>
                  <a:lnTo>
                    <a:pt x="405752" y="3128619"/>
                  </a:lnTo>
                  <a:lnTo>
                    <a:pt x="344030" y="3123946"/>
                  </a:lnTo>
                  <a:lnTo>
                    <a:pt x="280835" y="3117685"/>
                  </a:lnTo>
                  <a:lnTo>
                    <a:pt x="218833" y="3110255"/>
                  </a:lnTo>
                  <a:lnTo>
                    <a:pt x="160680" y="3102089"/>
                  </a:lnTo>
                  <a:lnTo>
                    <a:pt x="109054" y="3093593"/>
                  </a:lnTo>
                  <a:lnTo>
                    <a:pt x="66611" y="3085173"/>
                  </a:lnTo>
                  <a:lnTo>
                    <a:pt x="19900" y="3070301"/>
                  </a:lnTo>
                  <a:lnTo>
                    <a:pt x="19989" y="3049778"/>
                  </a:lnTo>
                  <a:lnTo>
                    <a:pt x="21882" y="2974327"/>
                  </a:lnTo>
                  <a:lnTo>
                    <a:pt x="25184" y="2926448"/>
                  </a:lnTo>
                  <a:lnTo>
                    <a:pt x="30048" y="2878671"/>
                  </a:lnTo>
                  <a:lnTo>
                    <a:pt x="45643" y="2885084"/>
                  </a:lnTo>
                  <a:lnTo>
                    <a:pt x="61493" y="2890685"/>
                  </a:lnTo>
                  <a:lnTo>
                    <a:pt x="110553" y="2902547"/>
                  </a:lnTo>
                  <a:lnTo>
                    <a:pt x="160820" y="2906788"/>
                  </a:lnTo>
                  <a:lnTo>
                    <a:pt x="177673" y="2906496"/>
                  </a:lnTo>
                  <a:lnTo>
                    <a:pt x="227761" y="2900451"/>
                  </a:lnTo>
                  <a:lnTo>
                    <a:pt x="275221" y="2887243"/>
                  </a:lnTo>
                  <a:lnTo>
                    <a:pt x="291998" y="2880690"/>
                  </a:lnTo>
                  <a:lnTo>
                    <a:pt x="292036" y="2950768"/>
                  </a:lnTo>
                  <a:lnTo>
                    <a:pt x="294068" y="2953728"/>
                  </a:lnTo>
                  <a:lnTo>
                    <a:pt x="298094" y="2955328"/>
                  </a:lnTo>
                  <a:lnTo>
                    <a:pt x="348043" y="2975838"/>
                  </a:lnTo>
                  <a:lnTo>
                    <a:pt x="401434" y="2999295"/>
                  </a:lnTo>
                  <a:lnTo>
                    <a:pt x="454558" y="3024378"/>
                  </a:lnTo>
                  <a:lnTo>
                    <a:pt x="503707" y="3049778"/>
                  </a:lnTo>
                  <a:lnTo>
                    <a:pt x="545185" y="3074174"/>
                  </a:lnTo>
                  <a:lnTo>
                    <a:pt x="590245" y="3114725"/>
                  </a:lnTo>
                  <a:lnTo>
                    <a:pt x="590245" y="3087052"/>
                  </a:lnTo>
                  <a:lnTo>
                    <a:pt x="548132" y="3054972"/>
                  </a:lnTo>
                  <a:lnTo>
                    <a:pt x="497166" y="3025825"/>
                  </a:lnTo>
                  <a:lnTo>
                    <a:pt x="441147" y="2997873"/>
                  </a:lnTo>
                  <a:lnTo>
                    <a:pt x="386892" y="2973108"/>
                  </a:lnTo>
                  <a:lnTo>
                    <a:pt x="341172" y="2953512"/>
                  </a:lnTo>
                  <a:lnTo>
                    <a:pt x="310781" y="2941104"/>
                  </a:lnTo>
                  <a:lnTo>
                    <a:pt x="310807" y="2880690"/>
                  </a:lnTo>
                  <a:lnTo>
                    <a:pt x="310807" y="2861284"/>
                  </a:lnTo>
                  <a:lnTo>
                    <a:pt x="309206" y="2858566"/>
                  </a:lnTo>
                  <a:lnTo>
                    <a:pt x="305968" y="2856839"/>
                  </a:lnTo>
                  <a:lnTo>
                    <a:pt x="302742" y="2854909"/>
                  </a:lnTo>
                  <a:lnTo>
                    <a:pt x="299529" y="2854909"/>
                  </a:lnTo>
                  <a:lnTo>
                    <a:pt x="296316" y="2856839"/>
                  </a:lnTo>
                  <a:lnTo>
                    <a:pt x="286727" y="2861983"/>
                  </a:lnTo>
                  <a:lnTo>
                    <a:pt x="260273" y="2872460"/>
                  </a:lnTo>
                  <a:lnTo>
                    <a:pt x="218935" y="2882722"/>
                  </a:lnTo>
                  <a:lnTo>
                    <a:pt x="164668" y="2887243"/>
                  </a:lnTo>
                  <a:lnTo>
                    <a:pt x="99441" y="2880461"/>
                  </a:lnTo>
                  <a:lnTo>
                    <a:pt x="93814" y="2878671"/>
                  </a:lnTo>
                  <a:lnTo>
                    <a:pt x="25234" y="2856839"/>
                  </a:lnTo>
                  <a:lnTo>
                    <a:pt x="22440" y="2855341"/>
                  </a:lnTo>
                  <a:lnTo>
                    <a:pt x="19646" y="2855341"/>
                  </a:lnTo>
                  <a:lnTo>
                    <a:pt x="12230" y="2861983"/>
                  </a:lnTo>
                  <a:lnTo>
                    <a:pt x="8648" y="2900451"/>
                  </a:lnTo>
                  <a:lnTo>
                    <a:pt x="3492" y="2964840"/>
                  </a:lnTo>
                  <a:lnTo>
                    <a:pt x="0" y="3031883"/>
                  </a:lnTo>
                  <a:lnTo>
                    <a:pt x="1625" y="3076143"/>
                  </a:lnTo>
                  <a:lnTo>
                    <a:pt x="41897" y="3098279"/>
                  </a:lnTo>
                  <a:lnTo>
                    <a:pt x="88646" y="3109480"/>
                  </a:lnTo>
                  <a:lnTo>
                    <a:pt x="153225" y="3120720"/>
                  </a:lnTo>
                  <a:lnTo>
                    <a:pt x="235648" y="3131985"/>
                  </a:lnTo>
                  <a:lnTo>
                    <a:pt x="286562" y="3137941"/>
                  </a:lnTo>
                  <a:lnTo>
                    <a:pt x="337553" y="3142818"/>
                  </a:lnTo>
                  <a:lnTo>
                    <a:pt x="388620" y="3146628"/>
                  </a:lnTo>
                  <a:lnTo>
                    <a:pt x="439775" y="3149358"/>
                  </a:lnTo>
                  <a:lnTo>
                    <a:pt x="491007" y="3151022"/>
                  </a:lnTo>
                  <a:lnTo>
                    <a:pt x="532803" y="3149854"/>
                  </a:lnTo>
                  <a:lnTo>
                    <a:pt x="593940" y="3139249"/>
                  </a:lnTo>
                  <a:lnTo>
                    <a:pt x="610984" y="3122257"/>
                  </a:lnTo>
                  <a:lnTo>
                    <a:pt x="610984" y="3115576"/>
                  </a:lnTo>
                  <a:close/>
                </a:path>
                <a:path w="1864359" h="3151504">
                  <a:moveTo>
                    <a:pt x="994168" y="123494"/>
                  </a:moveTo>
                  <a:lnTo>
                    <a:pt x="994079" y="111163"/>
                  </a:lnTo>
                  <a:lnTo>
                    <a:pt x="991946" y="100914"/>
                  </a:lnTo>
                  <a:lnTo>
                    <a:pt x="991857" y="100469"/>
                  </a:lnTo>
                  <a:lnTo>
                    <a:pt x="974801" y="83464"/>
                  </a:lnTo>
                  <a:lnTo>
                    <a:pt x="974801" y="115620"/>
                  </a:lnTo>
                  <a:lnTo>
                    <a:pt x="974725" y="124206"/>
                  </a:lnTo>
                  <a:lnTo>
                    <a:pt x="959116" y="159766"/>
                  </a:lnTo>
                  <a:lnTo>
                    <a:pt x="928662" y="190347"/>
                  </a:lnTo>
                  <a:lnTo>
                    <a:pt x="877709" y="214160"/>
                  </a:lnTo>
                  <a:lnTo>
                    <a:pt x="848487" y="230035"/>
                  </a:lnTo>
                  <a:lnTo>
                    <a:pt x="822833" y="251155"/>
                  </a:lnTo>
                  <a:lnTo>
                    <a:pt x="801433" y="279971"/>
                  </a:lnTo>
                  <a:lnTo>
                    <a:pt x="789025" y="295744"/>
                  </a:lnTo>
                  <a:lnTo>
                    <a:pt x="761276" y="324421"/>
                  </a:lnTo>
                  <a:lnTo>
                    <a:pt x="729754" y="349199"/>
                  </a:lnTo>
                  <a:lnTo>
                    <a:pt x="695312" y="369379"/>
                  </a:lnTo>
                  <a:lnTo>
                    <a:pt x="677176" y="377647"/>
                  </a:lnTo>
                  <a:lnTo>
                    <a:pt x="485419" y="472884"/>
                  </a:lnTo>
                  <a:lnTo>
                    <a:pt x="436943" y="300024"/>
                  </a:lnTo>
                  <a:lnTo>
                    <a:pt x="444588" y="297434"/>
                  </a:lnTo>
                  <a:lnTo>
                    <a:pt x="452031" y="294386"/>
                  </a:lnTo>
                  <a:lnTo>
                    <a:pt x="485584" y="272376"/>
                  </a:lnTo>
                  <a:lnTo>
                    <a:pt x="510603" y="240969"/>
                  </a:lnTo>
                  <a:lnTo>
                    <a:pt x="538099" y="158153"/>
                  </a:lnTo>
                  <a:lnTo>
                    <a:pt x="538226" y="157886"/>
                  </a:lnTo>
                  <a:lnTo>
                    <a:pt x="560006" y="109054"/>
                  </a:lnTo>
                  <a:lnTo>
                    <a:pt x="583590" y="72936"/>
                  </a:lnTo>
                  <a:lnTo>
                    <a:pt x="603961" y="58889"/>
                  </a:lnTo>
                  <a:lnTo>
                    <a:pt x="608418" y="58496"/>
                  </a:lnTo>
                  <a:lnTo>
                    <a:pt x="611962" y="60109"/>
                  </a:lnTo>
                  <a:lnTo>
                    <a:pt x="614616" y="63715"/>
                  </a:lnTo>
                  <a:lnTo>
                    <a:pt x="617156" y="70878"/>
                  </a:lnTo>
                  <a:lnTo>
                    <a:pt x="618299" y="78143"/>
                  </a:lnTo>
                  <a:lnTo>
                    <a:pt x="618172" y="81800"/>
                  </a:lnTo>
                  <a:lnTo>
                    <a:pt x="618058" y="85077"/>
                  </a:lnTo>
                  <a:lnTo>
                    <a:pt x="618045" y="85483"/>
                  </a:lnTo>
                  <a:lnTo>
                    <a:pt x="617931" y="86004"/>
                  </a:lnTo>
                  <a:lnTo>
                    <a:pt x="616394" y="92900"/>
                  </a:lnTo>
                  <a:lnTo>
                    <a:pt x="615302" y="97078"/>
                  </a:lnTo>
                  <a:lnTo>
                    <a:pt x="616483" y="100469"/>
                  </a:lnTo>
                  <a:lnTo>
                    <a:pt x="619950" y="103060"/>
                  </a:lnTo>
                  <a:lnTo>
                    <a:pt x="623443" y="105371"/>
                  </a:lnTo>
                  <a:lnTo>
                    <a:pt x="627113" y="105371"/>
                  </a:lnTo>
                  <a:lnTo>
                    <a:pt x="630605" y="103060"/>
                  </a:lnTo>
                  <a:lnTo>
                    <a:pt x="663714" y="83883"/>
                  </a:lnTo>
                  <a:lnTo>
                    <a:pt x="678370" y="76149"/>
                  </a:lnTo>
                  <a:lnTo>
                    <a:pt x="708050" y="60464"/>
                  </a:lnTo>
                  <a:lnTo>
                    <a:pt x="756488" y="38227"/>
                  </a:lnTo>
                  <a:lnTo>
                    <a:pt x="801916" y="22606"/>
                  </a:lnTo>
                  <a:lnTo>
                    <a:pt x="837222" y="19037"/>
                  </a:lnTo>
                  <a:lnTo>
                    <a:pt x="844423" y="19481"/>
                  </a:lnTo>
                  <a:lnTo>
                    <a:pt x="851281" y="21259"/>
                  </a:lnTo>
                  <a:lnTo>
                    <a:pt x="857783" y="24371"/>
                  </a:lnTo>
                  <a:lnTo>
                    <a:pt x="854265" y="29845"/>
                  </a:lnTo>
                  <a:lnTo>
                    <a:pt x="849604" y="34074"/>
                  </a:lnTo>
                  <a:lnTo>
                    <a:pt x="843826" y="37058"/>
                  </a:lnTo>
                  <a:lnTo>
                    <a:pt x="796493" y="60109"/>
                  </a:lnTo>
                  <a:lnTo>
                    <a:pt x="795870" y="60464"/>
                  </a:lnTo>
                  <a:lnTo>
                    <a:pt x="752094" y="88049"/>
                  </a:lnTo>
                  <a:lnTo>
                    <a:pt x="711250" y="120611"/>
                  </a:lnTo>
                  <a:lnTo>
                    <a:pt x="673760" y="157886"/>
                  </a:lnTo>
                  <a:lnTo>
                    <a:pt x="670420" y="164338"/>
                  </a:lnTo>
                  <a:lnTo>
                    <a:pt x="673823" y="171856"/>
                  </a:lnTo>
                  <a:lnTo>
                    <a:pt x="676732" y="173697"/>
                  </a:lnTo>
                  <a:lnTo>
                    <a:pt x="683844" y="173697"/>
                  </a:lnTo>
                  <a:lnTo>
                    <a:pt x="686168" y="172631"/>
                  </a:lnTo>
                  <a:lnTo>
                    <a:pt x="687971" y="170319"/>
                  </a:lnTo>
                  <a:lnTo>
                    <a:pt x="701446" y="156375"/>
                  </a:lnTo>
                  <a:lnTo>
                    <a:pt x="737527" y="123494"/>
                  </a:lnTo>
                  <a:lnTo>
                    <a:pt x="789698" y="85077"/>
                  </a:lnTo>
                  <a:lnTo>
                    <a:pt x="851433" y="54571"/>
                  </a:lnTo>
                  <a:lnTo>
                    <a:pt x="887857" y="42329"/>
                  </a:lnTo>
                  <a:lnTo>
                    <a:pt x="903986" y="40652"/>
                  </a:lnTo>
                  <a:lnTo>
                    <a:pt x="913625" y="44170"/>
                  </a:lnTo>
                  <a:lnTo>
                    <a:pt x="913663" y="44411"/>
                  </a:lnTo>
                  <a:lnTo>
                    <a:pt x="914831" y="53619"/>
                  </a:lnTo>
                  <a:lnTo>
                    <a:pt x="914781" y="54571"/>
                  </a:lnTo>
                  <a:lnTo>
                    <a:pt x="909789" y="69354"/>
                  </a:lnTo>
                  <a:lnTo>
                    <a:pt x="900239" y="87071"/>
                  </a:lnTo>
                  <a:lnTo>
                    <a:pt x="888238" y="104838"/>
                  </a:lnTo>
                  <a:lnTo>
                    <a:pt x="854595" y="122428"/>
                  </a:lnTo>
                  <a:lnTo>
                    <a:pt x="822223" y="141998"/>
                  </a:lnTo>
                  <a:lnTo>
                    <a:pt x="791133" y="163550"/>
                  </a:lnTo>
                  <a:lnTo>
                    <a:pt x="761326" y="187071"/>
                  </a:lnTo>
                  <a:lnTo>
                    <a:pt x="759510" y="188950"/>
                  </a:lnTo>
                  <a:lnTo>
                    <a:pt x="758596" y="191185"/>
                  </a:lnTo>
                  <a:lnTo>
                    <a:pt x="758596" y="196418"/>
                  </a:lnTo>
                  <a:lnTo>
                    <a:pt x="759510" y="198653"/>
                  </a:lnTo>
                  <a:lnTo>
                    <a:pt x="761326" y="200520"/>
                  </a:lnTo>
                  <a:lnTo>
                    <a:pt x="763219" y="202641"/>
                  </a:lnTo>
                  <a:lnTo>
                    <a:pt x="765594" y="203746"/>
                  </a:lnTo>
                  <a:lnTo>
                    <a:pt x="771131" y="203746"/>
                  </a:lnTo>
                  <a:lnTo>
                    <a:pt x="772947" y="203098"/>
                  </a:lnTo>
                  <a:lnTo>
                    <a:pt x="774776" y="201536"/>
                  </a:lnTo>
                  <a:lnTo>
                    <a:pt x="803833" y="178473"/>
                  </a:lnTo>
                  <a:lnTo>
                    <a:pt x="865771" y="138252"/>
                  </a:lnTo>
                  <a:lnTo>
                    <a:pt x="915339" y="112928"/>
                  </a:lnTo>
                  <a:lnTo>
                    <a:pt x="953655" y="100914"/>
                  </a:lnTo>
                  <a:lnTo>
                    <a:pt x="968197" y="102044"/>
                  </a:lnTo>
                  <a:lnTo>
                    <a:pt x="970610" y="102895"/>
                  </a:lnTo>
                  <a:lnTo>
                    <a:pt x="972299" y="104508"/>
                  </a:lnTo>
                  <a:lnTo>
                    <a:pt x="973277" y="106857"/>
                  </a:lnTo>
                  <a:lnTo>
                    <a:pt x="974801" y="115620"/>
                  </a:lnTo>
                  <a:lnTo>
                    <a:pt x="974801" y="83464"/>
                  </a:lnTo>
                  <a:lnTo>
                    <a:pt x="961428" y="81800"/>
                  </a:lnTo>
                  <a:lnTo>
                    <a:pt x="947788" y="82232"/>
                  </a:lnTo>
                  <a:lnTo>
                    <a:pt x="934389" y="84836"/>
                  </a:lnTo>
                  <a:lnTo>
                    <a:pt x="921245" y="89598"/>
                  </a:lnTo>
                  <a:lnTo>
                    <a:pt x="928801" y="74599"/>
                  </a:lnTo>
                  <a:lnTo>
                    <a:pt x="933932" y="59080"/>
                  </a:lnTo>
                  <a:lnTo>
                    <a:pt x="933970" y="58496"/>
                  </a:lnTo>
                  <a:lnTo>
                    <a:pt x="934085" y="56680"/>
                  </a:lnTo>
                  <a:lnTo>
                    <a:pt x="934110" y="56235"/>
                  </a:lnTo>
                  <a:lnTo>
                    <a:pt x="934224" y="54571"/>
                  </a:lnTo>
                  <a:lnTo>
                    <a:pt x="934288" y="53619"/>
                  </a:lnTo>
                  <a:lnTo>
                    <a:pt x="934872" y="44411"/>
                  </a:lnTo>
                  <a:lnTo>
                    <a:pt x="934783" y="44170"/>
                  </a:lnTo>
                  <a:lnTo>
                    <a:pt x="933361" y="40652"/>
                  </a:lnTo>
                  <a:lnTo>
                    <a:pt x="929868" y="31978"/>
                  </a:lnTo>
                  <a:lnTo>
                    <a:pt x="920623" y="24879"/>
                  </a:lnTo>
                  <a:lnTo>
                    <a:pt x="919556" y="24053"/>
                  </a:lnTo>
                  <a:lnTo>
                    <a:pt x="906538" y="21107"/>
                  </a:lnTo>
                  <a:lnTo>
                    <a:pt x="892073" y="21805"/>
                  </a:lnTo>
                  <a:lnTo>
                    <a:pt x="877328" y="24879"/>
                  </a:lnTo>
                  <a:lnTo>
                    <a:pt x="877328" y="21069"/>
                  </a:lnTo>
                  <a:lnTo>
                    <a:pt x="840524" y="0"/>
                  </a:lnTo>
                  <a:lnTo>
                    <a:pt x="793369" y="5981"/>
                  </a:lnTo>
                  <a:lnTo>
                    <a:pt x="735952" y="27038"/>
                  </a:lnTo>
                  <a:lnTo>
                    <a:pt x="680046" y="53619"/>
                  </a:lnTo>
                  <a:lnTo>
                    <a:pt x="637463" y="76149"/>
                  </a:lnTo>
                  <a:lnTo>
                    <a:pt x="637336" y="72936"/>
                  </a:lnTo>
                  <a:lnTo>
                    <a:pt x="637260" y="70878"/>
                  </a:lnTo>
                  <a:lnTo>
                    <a:pt x="637209" y="69354"/>
                  </a:lnTo>
                  <a:lnTo>
                    <a:pt x="635939" y="62890"/>
                  </a:lnTo>
                  <a:lnTo>
                    <a:pt x="609968" y="38074"/>
                  </a:lnTo>
                  <a:lnTo>
                    <a:pt x="603707" y="38074"/>
                  </a:lnTo>
                  <a:lnTo>
                    <a:pt x="571474" y="56235"/>
                  </a:lnTo>
                  <a:lnTo>
                    <a:pt x="541807" y="100469"/>
                  </a:lnTo>
                  <a:lnTo>
                    <a:pt x="518071" y="155549"/>
                  </a:lnTo>
                  <a:lnTo>
                    <a:pt x="503694" y="206108"/>
                  </a:lnTo>
                  <a:lnTo>
                    <a:pt x="486295" y="242316"/>
                  </a:lnTo>
                  <a:lnTo>
                    <a:pt x="459079" y="265798"/>
                  </a:lnTo>
                  <a:lnTo>
                    <a:pt x="433870" y="278460"/>
                  </a:lnTo>
                  <a:lnTo>
                    <a:pt x="422465" y="282257"/>
                  </a:lnTo>
                  <a:lnTo>
                    <a:pt x="419900" y="282854"/>
                  </a:lnTo>
                  <a:lnTo>
                    <a:pt x="417957" y="284289"/>
                  </a:lnTo>
                  <a:lnTo>
                    <a:pt x="416636" y="286575"/>
                  </a:lnTo>
                  <a:lnTo>
                    <a:pt x="416509" y="286867"/>
                  </a:lnTo>
                  <a:lnTo>
                    <a:pt x="415620" y="289026"/>
                  </a:lnTo>
                  <a:lnTo>
                    <a:pt x="415620" y="291477"/>
                  </a:lnTo>
                  <a:lnTo>
                    <a:pt x="416636" y="293928"/>
                  </a:lnTo>
                  <a:lnTo>
                    <a:pt x="416750" y="294386"/>
                  </a:lnTo>
                  <a:lnTo>
                    <a:pt x="470700" y="486841"/>
                  </a:lnTo>
                  <a:lnTo>
                    <a:pt x="471474" y="489750"/>
                  </a:lnTo>
                  <a:lnTo>
                    <a:pt x="473252" y="491782"/>
                  </a:lnTo>
                  <a:lnTo>
                    <a:pt x="476021" y="492937"/>
                  </a:lnTo>
                  <a:lnTo>
                    <a:pt x="477291" y="493179"/>
                  </a:lnTo>
                  <a:lnTo>
                    <a:pt x="478561" y="493179"/>
                  </a:lnTo>
                  <a:lnTo>
                    <a:pt x="479831" y="492937"/>
                  </a:lnTo>
                  <a:lnTo>
                    <a:pt x="481266" y="493318"/>
                  </a:lnTo>
                  <a:lnTo>
                    <a:pt x="482714" y="493318"/>
                  </a:lnTo>
                  <a:lnTo>
                    <a:pt x="484149" y="492937"/>
                  </a:lnTo>
                  <a:lnTo>
                    <a:pt x="525259" y="472884"/>
                  </a:lnTo>
                  <a:lnTo>
                    <a:pt x="685685" y="392925"/>
                  </a:lnTo>
                  <a:lnTo>
                    <a:pt x="752259" y="354215"/>
                  </a:lnTo>
                  <a:lnTo>
                    <a:pt x="789419" y="323748"/>
                  </a:lnTo>
                  <a:lnTo>
                    <a:pt x="818438" y="287337"/>
                  </a:lnTo>
                  <a:lnTo>
                    <a:pt x="837539" y="262001"/>
                  </a:lnTo>
                  <a:lnTo>
                    <a:pt x="860831" y="243205"/>
                  </a:lnTo>
                  <a:lnTo>
                    <a:pt x="887539" y="228828"/>
                  </a:lnTo>
                  <a:lnTo>
                    <a:pt x="916927" y="216776"/>
                  </a:lnTo>
                  <a:lnTo>
                    <a:pt x="928382" y="211099"/>
                  </a:lnTo>
                  <a:lnTo>
                    <a:pt x="967409" y="178765"/>
                  </a:lnTo>
                  <a:lnTo>
                    <a:pt x="992047" y="134899"/>
                  </a:lnTo>
                  <a:lnTo>
                    <a:pt x="994168" y="123494"/>
                  </a:lnTo>
                  <a:close/>
                </a:path>
                <a:path w="1864359" h="3151504">
                  <a:moveTo>
                    <a:pt x="1864258" y="118313"/>
                  </a:moveTo>
                  <a:lnTo>
                    <a:pt x="1863305" y="116065"/>
                  </a:lnTo>
                  <a:lnTo>
                    <a:pt x="1859546" y="112407"/>
                  </a:lnTo>
                  <a:lnTo>
                    <a:pt x="1857311" y="111493"/>
                  </a:lnTo>
                  <a:lnTo>
                    <a:pt x="1852079" y="111493"/>
                  </a:lnTo>
                  <a:lnTo>
                    <a:pt x="1778127" y="180822"/>
                  </a:lnTo>
                  <a:lnTo>
                    <a:pt x="1717929" y="241223"/>
                  </a:lnTo>
                  <a:lnTo>
                    <a:pt x="1666735" y="295732"/>
                  </a:lnTo>
                  <a:lnTo>
                    <a:pt x="1623898" y="344639"/>
                  </a:lnTo>
                  <a:lnTo>
                    <a:pt x="1588782" y="388264"/>
                  </a:lnTo>
                  <a:lnTo>
                    <a:pt x="1560728" y="426910"/>
                  </a:lnTo>
                  <a:lnTo>
                    <a:pt x="1539100" y="460870"/>
                  </a:lnTo>
                  <a:lnTo>
                    <a:pt x="1512544" y="515962"/>
                  </a:lnTo>
                  <a:lnTo>
                    <a:pt x="1503959" y="555993"/>
                  </a:lnTo>
                  <a:lnTo>
                    <a:pt x="1505356" y="577646"/>
                  </a:lnTo>
                  <a:lnTo>
                    <a:pt x="1507388" y="583704"/>
                  </a:lnTo>
                  <a:lnTo>
                    <a:pt x="1514373" y="594804"/>
                  </a:lnTo>
                  <a:lnTo>
                    <a:pt x="1518945" y="599249"/>
                  </a:lnTo>
                  <a:lnTo>
                    <a:pt x="1524596" y="602589"/>
                  </a:lnTo>
                  <a:lnTo>
                    <a:pt x="1528394" y="602589"/>
                  </a:lnTo>
                  <a:lnTo>
                    <a:pt x="1532191" y="602856"/>
                  </a:lnTo>
                  <a:lnTo>
                    <a:pt x="1535150" y="601421"/>
                  </a:lnTo>
                  <a:lnTo>
                    <a:pt x="1538389" y="595922"/>
                  </a:lnTo>
                  <a:lnTo>
                    <a:pt x="1538528" y="593521"/>
                  </a:lnTo>
                  <a:lnTo>
                    <a:pt x="1536852" y="588594"/>
                  </a:lnTo>
                  <a:lnTo>
                    <a:pt x="1535277" y="586765"/>
                  </a:lnTo>
                  <a:lnTo>
                    <a:pt x="1532966" y="585584"/>
                  </a:lnTo>
                  <a:lnTo>
                    <a:pt x="1526768" y="580961"/>
                  </a:lnTo>
                  <a:lnTo>
                    <a:pt x="1523644" y="574789"/>
                  </a:lnTo>
                  <a:lnTo>
                    <a:pt x="1523314" y="555993"/>
                  </a:lnTo>
                  <a:lnTo>
                    <a:pt x="1525663" y="540639"/>
                  </a:lnTo>
                  <a:lnTo>
                    <a:pt x="1542973" y="495033"/>
                  </a:lnTo>
                  <a:lnTo>
                    <a:pt x="1585074" y="426326"/>
                  </a:lnTo>
                  <a:lnTo>
                    <a:pt x="1618411" y="382079"/>
                  </a:lnTo>
                  <a:lnTo>
                    <a:pt x="1661515" y="330581"/>
                  </a:lnTo>
                  <a:lnTo>
                    <a:pt x="1715592" y="271335"/>
                  </a:lnTo>
                  <a:lnTo>
                    <a:pt x="1781822" y="203873"/>
                  </a:lnTo>
                  <a:lnTo>
                    <a:pt x="1863305" y="125831"/>
                  </a:lnTo>
                  <a:lnTo>
                    <a:pt x="1864258" y="123596"/>
                  </a:lnTo>
                  <a:lnTo>
                    <a:pt x="1864258" y="118313"/>
                  </a:lnTo>
                  <a:close/>
                </a:path>
              </a:pathLst>
            </a:custGeom>
            <a:solidFill>
              <a:srgbClr val="2029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644999" y="3330185"/>
            <a:ext cx="9224010" cy="28638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8000"/>
              <a:t>MERCI</a:t>
            </a:r>
            <a:r>
              <a:rPr dirty="0" sz="8000" spc="140"/>
              <a:t> </a:t>
            </a:r>
            <a:r>
              <a:rPr dirty="0" sz="8000" spc="229"/>
              <a:t>DE</a:t>
            </a:r>
            <a:r>
              <a:rPr dirty="0" sz="8000" spc="145"/>
              <a:t> </a:t>
            </a:r>
            <a:r>
              <a:rPr dirty="0" sz="8000" spc="235"/>
              <a:t>VOTRE </a:t>
            </a:r>
            <a:r>
              <a:rPr dirty="0" sz="8000" spc="135"/>
              <a:t>ATTENTION</a:t>
            </a:r>
            <a:endParaRPr sz="8000"/>
          </a:p>
        </p:txBody>
      </p:sp>
      <p:sp>
        <p:nvSpPr>
          <p:cNvPr id="33" name="object 33" descr=""/>
          <p:cNvSpPr txBox="1"/>
          <p:nvPr/>
        </p:nvSpPr>
        <p:spPr>
          <a:xfrm>
            <a:off x="16766706" y="8954862"/>
            <a:ext cx="67119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25" b="1">
                <a:solidFill>
                  <a:srgbClr val="4F86EC"/>
                </a:solidFill>
                <a:latin typeface="Tahoma"/>
                <a:cs typeface="Tahoma"/>
              </a:rPr>
              <a:t>27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nourhene saddem</dc:creator>
  <cp:keywords>DAGdefwfTx8,BAFS4iOQ8Ng,0</cp:keywords>
  <dc:title>Présentation PFE Iheb SAIDI </dc:title>
  <dcterms:created xsi:type="dcterms:W3CDTF">2025-02-11T19:48:58Z</dcterms:created>
  <dcterms:modified xsi:type="dcterms:W3CDTF">2025-02-11T19:48:58Z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2025-02-11T00:00:00Z</vt:filetime>
  </property>
  <property fmtid="{D5CDD505-2E9C-101B-9397-08002B2CF9AE}" pid="3" name="Creator">
    <vt:lpwstr>Canva</vt:lpwstr>
  </property>
  <property fmtid="{D5CDD505-2E9C-101B-9397-08002B2CF9AE}" pid="4" name="LastSaved">
    <vt:filetime>2025-02-11T00:00:00Z</vt:filetime>
  </property>
  <property fmtid="{D5CDD505-2E9C-101B-9397-08002B2CF9AE}" pid="5" name="Producer">
    <vt:lpwstr>Canva</vt:lpwstr>
  </property>
</Properties>
</file>